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两处常见的坑；工程版做成两个静态工厂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、在中序里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就不必拷贝。工程版把中序下标按键排序后二分查位置，总代价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627" y="987552"/>
            <a:ext cx="318346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52：无左子树，右子树顶上　(b) 删 55：基本方案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110" y="987552"/>
            <a:ext cx="2406701" cy="2148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315468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改进方案：53 顶替 55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顶替被删结点。接上去的是同一层的邻居，高度不会凭空长高。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2026-10-08T08:02:33Z</dcterms:created>
  <dcterms:modified xsi:type="dcterms:W3CDTF">2026-10-08T08:02:33Z</dcterms:modified>
</cp:coreProperties>
</file>