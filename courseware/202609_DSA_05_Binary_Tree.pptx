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notesMasterIdLst>
    <p:notesMasterId r:id="rId8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讲法（6–8 分钟，接上一页的推演表）：
1. 推演表每一行只做三件事：取根、在中序里找到它、按左子树大小切开。这一页就是把这三件事写成代码，一次 build_impl 调用 = 表里的一行。
2. 先对参数（比方：中序是「座位表」，后序负责指出「谁是组长」）：中序段 [in_begin, in_end) 是座位表上的这一块；后序段从 post_begin 起、一样长；key = 后序段最后一个 = 这一组的组长。
3. 找根：while 从左往右数座位，只在本段里数。拿表的第一行带一遍：A 在 k = 4，left_size = 4；左子树的后序段从 0 起（D G E B），右子树从 0 + 4 起（H I F C）。
4. 最后两行递归 = 表里往下的两行；空区间直接返回 = 表里的「空」。
5. 反例：中序 1 2 3、后序 3 1 2，让学生先自己手算（多数人会「算出」一棵树）。根 2 在 k = 1，左段只有座位 1；左子树从后序取 1 个，是 3 → while 数完本段没找到 → 抛异常。好比有人自称「左边这组的组长」，却根本不坐在这组。追问：去掉 k &lt; in_end 会怎样？→ 一直往后读，越界。
6. 入口函数代码没印，口头讲：先建在临时树 fresh 里，建成了再替换自己；出错时 fresh 的析构收拾半成品，原树不动。「先挂上再建子树」保证半成品始终挂在 fresh 上。
7. 代价：每帧最多数一遍本段 → 总 O(n·h)，退化成链时 O(n²)；递归深度 = 树高。下面三页各改一处：查表（找根变 O(1)）、显式栈（不递归）。
易错：右子树的后序起点是 post_begin + left_size，不是 k + 1（k 是中序下标；后序段里根在最后，不夹在左右中间）。后序取段末、前序取段首——前序 + 中序版留作上机题第 1 题，这里不讲。
一句话总结：推演表的一行 = 一次 build_impl；只传下标不拷贝；只在本段里找根，找不到就报错。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接上一页的问题：找根要从左往右数，最坏 O(n²)。问学生：如果键是字母，有没有办法「一下子」知道 E 坐在第几号？→ 点名册。
2. 上半页 fill_position_table：pos 开 256 格，先全填 -1（没这个人）；按中序依次登记 pos[字符] = 座位号。登记时这一格已经有人 → 重名 → 报错。板书图 5.5：pos['D']=0, pos['B']=1, pos['G']=2, pos['E']=3, pos['A']=4 ……
3. 下半页 build_by_table：和第 26 页 build_impl 一行一行对，只有标红那两行不同——while 换成查一次表；「不在本段」的判断写成 k &lt; in_begin || k &gt;= in_end，查不到的 -1 自然落在 k &lt; in_begin 里。
4. 结构上的小差别：这里不用 Node*&amp; link，而是先把左右子树各建成一棵小树，再用 create_tree（代码 5.2）接到根上——顺便复习所有权转移。
5. 代价：建表 O(n)，每帧 O(1)，总 O(n)。比后面工程版的 O(n log n) 还快——引出右下角的问题：工程版为什么不用？→ 键可能是大整数、字符串，不能当下标；哈希表要求能哈希；工程版是模板，只要求 &lt;，只好排序 + 二分。
易错：char 可能是负数，必须先转成 unsigned char 再当下标，否则 pos[-56] 越界。
说明：这段写在 teaching_test.cpp 里，测试拿它和类里的两版逐棵对拍；它离上机题第 1 题（前序 + 中序）只差「根在段首」这一处，作业要求自己写。
一句话总结：键能当下标时，找根就是查一次点名册，整棵树 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先问：第 26 页的递归，深度是多少？→ 树高。树退化成一条 20 万结点的链，运行栈就压穿了。办法：把运行栈换成自己管的栈。
2. 改写是机械的，三条规则：一次调用的参数 → 一帧（Frame 的字段）；调用 → 压一帧；返回 → 弹一帧。
3. 对 Frame：link（建好的子树挂到哪根指针上）、中序段、后序段起点，正好是 build_impl 的参数。追问：为什么 Node*&amp; 变成 Node**？→ 引用一旦绑定不能改指向，也不能存进结构体到处搬；指针可以。
4. 栈本身：一条手写链表，next 指向下面那一帧——压栈就是在表头插一个，弹栈就是摘掉表头。和 level_order 里的手写队列是同一写法。
5. FrameStack：问学生——递归版出错时，那些「帧」去哪了？→ 在运行栈上，函数一退出自动回收。自己管的栈就得有个主人：把 top 包进一个局部对象，析构负责把剩下的帧还掉。于是正常建完、找不到根抛异常、甚至某次 new 失败，都不会漏。这和入口里的临时树 fresh 是同一个想法（RAII）。拷贝构造、拷贝赋值删掉：三法则——拷贝出两份，同一批帧会被删两次。
6. 这一版最初就漏了「new 失败」这条路：只在找不到根时手动清栈，new Frame 抛 bad_alloc 时剩下的帧没人还——是 Codex 复核抓出来的。测试把 28 次 new 逐个注入失败来守住它。
7. 第一次「调用」= 压第一帧（挂到 fresh.root_，区间是整个序列）。
一句话总结：递归的每次调用 = 栈里的一帧；栈要有主人，析构负责还帧。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循环：弹一帧、处理一帧，直到栈空。弹出时先把整帧拷到 f，再 delete 栈顶。空区间直接 continue，相当于递归版里的 return。
2. 找根这几行和第 26 页一字不差（只是变量从参数变成了 f.xxx），快速带过。
3. 找不到根就直接抛——不用手动清栈，剩下的帧由 stack 的析构还掉（上一页）。
4. 建结点、先挂上，和递归版一样：之后再出错，它也归临时树 fresh 释放。
5. 两次递归调用变成压两帧。先压右、再压左：栈后进先出，所以左子树先建，次序和递归一样。追问：反过来压行不行？→ 也能建对，每一帧只管自己那一段，与先后无关；只是建的次序不同。
6. 收尾和入口函数一样：建成了，再拆旧树、接新树。
7. 诚实交代局限（右下角）：教学版的析构 destroy 仍是递归的，所以长链就算建出来，析构时照样爆栈。这里要学的是「递归 → 显式栈」的改写手法；工程版连析构也改成了迭代（5.6a）。
易错：先 delete 栈顶再读它的字段 → 读已释放内存（ASan 报 heap-use-after-free），所以先拷到 f。left_size 是 k - f.in_begin，不是 k；右子树的后序起点是 f.post_begin + left_size。
一句话总结：两次递归调用 = 压两帧（先右后左）；出错时剩下的帧交给栈对象的析构。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代码不逐行读，只点三处：两个静态工厂；各自一行转调同一个 rebuild；差别只在 Order——根在段末（后序）还是段首（前序）。为什么不用构造函数：名字本身说明输入是哪两种序列，传反了也看得出。
2. 坑 1：教学版已经只传下标、不拷贝；剩下的慢在「从左往右数」。比方：翻花名册 vs 查字典。工程版先把座位号按名字排好（下一页），之后每次二分，总 O(n log n)。可能被问：为什么不用哈希表做到 O(n)？→ 只要求 T 支持 &lt;；而且排序后相邻一比就顺便查出重复键。
3. 坑 2：教学版的 while 已经守住了；工程版是同一条检查（根必须落在本段），另把重复键、键缺失单独报出，让报错说对原因。
4. 「能建完就一定对」：各帧的中序区间互不重叠，每个根都落在自己的区间里 → 每个座位恰好坐一个人 → 名单和座位表完全对得上，不必再周游核对。细节在第 32 页页底。
易错：from_preorder_inorder 的参数次序是（前序, 中序），内部转成 rebuild(中序, 前序)——调用时别传反。
一句话总结：工程版保留教学版的两处做法（只传下标、根必须在本段），再升级三处：二分查位置、显式栈、分类报错。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分钟）：这一页只做准备——做一本「按名字查座位」的小字典，顺便检查名单。真正建树在下一页。
1. 门口检查：count == 0 交一棵空树；说有人、名单却是空指针 → 报错。
2. by_key：排的是座位号，不是座位表本身——中序的顺序就是信息，不能打乱。板书让学生自己写：中序 D B G E A C H F I（座位 0–8），按名字排序后 by_key = 4 1 5 0 3 7 2 6 8，对应 A B C D E F G H I。像一叠按人名排好的索引卡片，每张写着座位号。
3. 查重名：排好后同名的一定挨着，逐对要求「前 &lt; 后」。写 !(a &lt; b) 而不写 a == b：全程只要求 T 支持 &lt;。
4. position_in_inorder：lower_bound = 翻到第一张「不比 key 小」的卡片；翻到底，或翻到的名字比 key 大 → 字典里没有 → 报错。每次 O(log n)，n 次合计 O(n log n)。
5. 一句带过即可：std::sort / lower_bound 只用在这张查找表上，树和栈仍手写（课程约定 D-001 §2）；unique_ptr 让中途报错时数组自动归还；lambda 是「当场写的小函数」。
收尾板书三种错误各在哪抓：重复键 → 本页排序后相邻比较；键缺失 → 本页查字典；根不在本段 → 下一页。
一句话总结：教学版里那个从左往右数的 while，在这里换成了「排序一次 + 每次二分」。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分钟，对照第 28–29 页教学版显式栈讲）：
1. 与教学版显式栈同一个结构：一帧 Frame = 一次调用的参数（挂到哪、中序区间、另一序列的起点）；差别只是栈换成第 3 章的 LinkedStack，并且前序 / 后序共用一份。
2. 先 push 右、再 push 左：栈后进先出，所以左子树先建，与递归次序一致（换了顺序结果也对）。
3. root_at：前序取段首、后序取段末，一份代码两种用。left_other：前序时左子树紧跟在根后面（+1），后序时从段头开始。
4. 根越界检查 = 教学版里的 k == in_end，同一条检查。
5. 先挂上 *frame-&gt;link = node，再 push 子帧：中途抛异常时，已建的结点全挂在 result 上，由 result 的析构统一释放——与教学版「先建在临时树里」是同一个想法。
6. 为什么不递归：递归深度 = 树高，20 万结点的纯左链会压穿运行栈（5.6a 的递归 clone 同理）；显式栈在堆上。
7. 「能建完就一定对」（页底）：对区间长度归纳；测试用 400 棵随机树往返核对。
易错：Node** link 是「指向该挂接的那根指针」，第一次见容易把 link 和 *link 搞混；5.4 BST 插入还会用同一手法，可以提前说一句。
一句话总结：把递归的调用栈换成自己的链式栈，帧里只记下标和「挂到哪」；其余逻辑与教学版逐行对应。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分钟，三张图从左往右看）：
1. 先看图 5.11 原树：按 50, 19, 35, 55, 20, 5, 100, 52, 88, 53, 92 插入得到；中序 5 19 20 35 50 52 53 55 88 92 100 是升序。下面两种方案都从这棵树出发。深度 4（最长路径 50→55→100→88→92）。
2. 简单情形，两种方案一样——图 5.12(a) 删 52：它没有左子树，直接让右孩子 53 顶上它的位置。（没有右子树时对称：左孩子顶上；叶子直接删。）
3. 难的情形：被删结点左右孩子都有，例如删 55（左 52、右 100）。谁来顶替它？要求：顶上来以后「左小右大」不能坏。
基本方案（图 5.12(b)）：
4. 在左子树里找中序最后一个结点 t——从 52 出发一路向右走到底，是 53。
5. 把 55 的整棵右子树（以 100 为根，含 88、92）挂成 53 的右子树：右子树里的数都比 55 大，当然比 53 大，所以「左小右大」成立。
6. 再让左子树的根 52 顶替 55。结果对，但整棵右子树下沉了两层：最长路径变成 50→52→53→100→88→92，深度 4 → 5。反复删，树会越删越高、越来越像链表，检索退化成 O(n)。
改进方案（图 5.13，本书教学版 remove 用的就是它）：
7. 同样先找 t = 53（左子树里最大的，也就是 55 的中序前驱）。t 一定没有右孩子——有的话它就不是最右的了。
8. 把 t 从原位置摘下：用它的左子树接替它（这里 53 没有孩子，原位置直接置空）。
9. 让 53 接过 55 的左子树（52）和右子树（100），坐到 55 的位置上。53 比左子树其余的数都大、比右子树的数都小，「左小右大」原封不动。
10. 只搬了一个结点，没有整棵子树搬家，深度仍是 4。
对比一句话：基本方案搬的是「一整棵子树」，改进方案搬的是「一个结点」。两者结果都是合法的 BST，中序都还是升序，差别在高度。
追问：为什么用前驱（左子树最大）？用后继（右子树最小，这里是 88）行不行？→ 对称地也行，教材选了前驱。
易错（下一页代码）：t 自己可能还有左孩子，摘下 t 时必须先把它的左孩子接到 t 原来的位置——漏了这一步会成环（第 50 页）。
一句话总结：两个孩子都有时，用中序前驱顶替；只搬一个结点，树不会因为删除而变高。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解读「实际后果」（2–3 分钟）：
1. 堆排序拆成两段：先建堆，再做 n 次 remove_min。每次 remove_min 把末尾元素换到堆顶再下沉，最多沉 log n 层，n 次合计 O(n log n)。
2. 建堆按本页细算只要 O(n)（≤ 2n 次下沉）。O(n) + O(n log n) = O(n log n)：总代价里的 log n 全部来自第二段，建堆那部分被吸收掉了——这就是「白送」的意思。
3. 反过来，不用筛选法，而是从空堆开始一个个 insert：每个新元素放在最底层，再向上浮，最多浮到根。
4. 关键是方向反了：
   - 下沉（筛选法）：代价 = 离底层的距离。结点大多在底层，离底层近，沉得短。
   - 上浮（逐个 insert）：代价 = 离根的距离。结点大多在底层，离根远，浮得长。
   同一个「多数结点在底层」的事实，对下沉是好消息，对上浮是坏消息。
5. 用本页同一棵树算一下（h = 3、n = 15）：逐个 insert 最坏总上浮 Σ 2^i·i = 0 + 2 + 8 + 24 = 34，筛选法是 11。光最后一层 8 个结点就占了一半，每个都可能浮 3 层，所以是 Θ(n log n)。
   什么时候最坏？例如往最小堆里按递减顺序插入，每个新来的都比堆里所有元素小，一路浮到根。
6. 「丢掉便宜」不改变堆排序的总阶（都是 O(n log n)），丢掉的是建堆这一段。它真正要紧的场合是只要前 k 小（top-k）：筛选法建堆 + k 次取最小 = O(n + k log n)，k 远小于 n 时接近线性；逐个 insert 建堆就先付了 O(n log n)，比直接排序还亏。
追问：随机顺序逐个 insert 平均也是 O(n log n) 吗？→ 不是，平均每次只浮常数层，平均 O(n)；O(n log n) 说的是最坏情形。筛选法则是最坏也 O(n)。
类比工程：Python 的 heapq.heapify(list) 就是筛选法 O(n)，比循环 heappush 快。
一句话总结：下沉看离底多远，上浮看离根多远；结点大多在底层，所以建堆要用「自底向上下沉」，别用「逐个插入上浮」。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附录：6 道上机题（扩展二叉树 · 前中序建树 · 队列表达式 · BST 层次 · 剪绳子）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A：6 道上机题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（perfect）必定满且完全；反之不成立（如 5 个结点的完全二叉树）。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每根指针各有一位标志；遍历辅助空间 O(1)，时间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把推演表翻译成递归：只传下标，只在本段里找根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182112"/>
          </a:xfrm>
          <a:prstGeom prst="roundRect">
            <a:avLst>
              <a:gd name="adj" fmla="val 22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090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把中序 inorder[in_begin, in_end) 与后序 postorder[post_begin, …) 建成一棵子树，挂到 link 上。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两段一样长；只传下标，不拷贝子数组。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后序段的最后一个是根；在中序段里找到它（下标 k），左边 k - in_begin 个是左子树，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右边是右子树。左子树的大小一旦知道，后序段也就切成了「左子树 | 右子树 | 根」。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build_impl(Node*&amp; link, const T* inorder, std::size_t in_begin, std::size_t in_end,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const T* postorder, std::size_t post_begin)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空区间：空子树，link 保持 nullptr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size = in_end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T&amp; key = postorder[post_begin + size - 1];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k = in_begin;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在中序段里从左往右找根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(k &lt; in_end &amp;&amp; inorder[k] != key) {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只找本段：根不在本段，说明两个序列对不上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std::invalid_argument("build_from_inorder_postorder: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 = new Node{key, nullptr, nullptr};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先挂上：子树里再抛异常，它也归临时树释放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left_size = k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build_impl(link-&gt;left, inorder, in_begin, k, postorder, post_begin);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build_impl(link-&gt;right, inorder, k + 1, in_end, postorder, post_begin + left_size);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766560" y="93268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024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推演表的一行 = 一次调用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1316736"/>
            <a:ext cx="1700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中序段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[in_begin, in_end)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起，一样长。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=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，取后序段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/ 右子树 = 最后两行递归；右子树的后序段从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 + left_size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766560" y="3035808"/>
            <a:ext cx="1920240" cy="1627632"/>
          </a:xfrm>
          <a:prstGeom prst="roundRect">
            <a:avLst>
              <a:gd name="adj" fmla="val 449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对不上就抛异常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19856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只在本段找：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建左子树时找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，本段只有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抛异常。入口先建在临时树里，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原树不动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4224528"/>
            <a:ext cx="6172200" cy="438912"/>
          </a:xfrm>
          <a:prstGeom prst="roundRect">
            <a:avLst>
              <a:gd name="adj" fmla="val 16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224528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每帧从左往右找根，总 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O(n·h)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，退化成链时 O(n²)；递归深度 = 树高。下面三页：查表、显式栈。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直接查表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键是 char：拿键当下标，找根从「数一遍」变成「查一次」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091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5628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「点名册」：pos[c] = 字符 c 坐在中序第几号，-1 表示中序里没有。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登记时发现这一格已经有人，就是中序里有重复键。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fill_position_table(int pos[256], const char* inorder, int count)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c = 0; c &lt; 256; ++c)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-1;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count; ++i)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unsigned char c = static_cast&lt;unsigned char&gt;(inorder[i]);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(pos[c] != -1)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std::invalid_argument("duplicate key in inorder sequence");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i;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5303520" y="932688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4068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点名册 pos[]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1316736"/>
            <a:ext cx="31638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pos[c]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字符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坐在中序第几号；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没这个人。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 O(n)，之后每次找根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登记时这一格已有人 → 中序有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重复键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61264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743200"/>
            <a:ext cx="59801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build_impl 同一个递归，只把「从左往右数」换成查一次表：找根 O(1)，总代价 O(n)。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两棵子树先各自建成小树，再用 create_tree（【代码5.2】）接到根上。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build_by_table(BinaryTree&lt;char&gt;&amp; out, const int pos[256], const char* postorder,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int in_begin, int in_end, int post_begin)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 key = postorder[post_begin + (in_end - in_begin) - 1];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k = pos[static_cast&lt;unsigned char&gt;(key)];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查表：它坐在中序第几号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&lt; in_begin || k &gt;= in_end) {                 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不在本段（-1 也落在这里）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left_size = k - 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left, right;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build_by_table(left, pos, postorder, in_begin, k, post_begin);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build_by_table(right, pos, postorder, k + 1, in_end, post_begin + left_size);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out.create_tree(key, left, right);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720840" y="2697480"/>
            <a:ext cx="1965960" cy="201168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工程版为什么不用它？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081528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键可能是大整数、字符串，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不能当下标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；换哈希表又要求键能哈希。工程版只要求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支持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，只好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二分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，O(n log n)。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递归调用的参数存成一帧；栈也要有主人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90672"/>
          </a:xfrm>
          <a:prstGeom prst="roundRect">
            <a:avLst>
              <a:gd name="adj" fmla="val 23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99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build_from_inorder_postorder_iterative(const T* inorder, const T* postorder, std::size_t count)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link;         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建好的子树挂到哪根指针上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in_begin, in_end;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中序段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post_begin;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后序段起点（与中序段一样长）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next;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链式栈：下面那一帧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栈也要有主人：它一离开作用域——正常建完、找不到根抛异常、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甚至 new 本身失败——析构都会把剩下的帧还掉。与 fresh 是同一个想法。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FrameStack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top = nullptr;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FrameStack() = default;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FrameStack(const FrameStack&amp;) = delete;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三法则：拷贝出两份，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FrameStack&amp; operator=(const FrameStack&amp;) = delete;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同一批帧就会被删两次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~FrameStack()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(top != nullptr)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Frame* rest = top-&gt;next;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top;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top = rest;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fresh;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FrameStack stack;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stack.top = new Frame{&amp;fresh.root_, 0, count, 0, nullptr};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第一次「调用」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下一页：弹一帧、找根、挂接、压两帧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4096512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87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与递归版逐项对应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805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→ 帧的字段；第一次调用 → 压第一帧；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（引用存不进结构体）。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09651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1879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 FrameStack？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805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析构负责还帧：抛异常、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失败都不漏。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弹一帧、找根（与递归版一字不差）、挂接、压两帧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63824"/>
          </a:xfrm>
          <a:prstGeom prst="roundRect">
            <a:avLst>
              <a:gd name="adj" fmla="val 23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723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接上一页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(stack.top != nullptr)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Frame f = *stack.top;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弹出一帧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popped = stack.top;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stack.top-&gt;next;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popped;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(f.in_begin == f.in_end)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   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f.in_end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T&amp; key = postorder[f.post_begin + size - 1];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&lt; f.in_end &amp;&amp; inorder[k] != key)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f.in_end) {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剩下的帧由 stack 的析构还掉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std::invalid_argument("build_from_inorder_postorder_iterative: 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Node{key, nullptr, nullptr};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*f.link = node;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先挂上：之后再抛异常，它也归临时树释放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先压右、再压左：栈后进先出，于是左子树先建，与递归的次序一致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Frame{&amp;node-&gt;right, k + 1, f.in_end, f.post_begin + left_size,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Frame{&amp;node-&gt;left, f.in_begin, k, f.post_begin,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root_ = fresh.root_;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fresh.root_ = nullptr;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57200" y="4151376"/>
            <a:ext cx="5120640" cy="585216"/>
          </a:xfrm>
          <a:prstGeom prst="roundRect">
            <a:avLst>
              <a:gd name="adj" fmla="val 125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42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先压右、再压左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535424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→ 左子树先建，次序同递归。找不到根直接抛：剩下的帧由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的析构还掉。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151376"/>
            <a:ext cx="2926080" cy="585216"/>
          </a:xfrm>
          <a:prstGeom prst="roundRect">
            <a:avLst>
              <a:gd name="adj" fmla="val 12500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42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教学版的局限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535424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析构仍递归：长链建得出、拆时照样爆栈。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modern.hpp（进阶）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教学版的两处坑，工程版怎么处理；做成两个静态工厂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就不必拷贝（教学版已如此）。教学版的 char 点名册是 O(n)，但任意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不能当下标；工程版把中序下标按键排序后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。工程版另把重复键、键缺失单独报出。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为什么通常用队列？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直接递归左右子树会得到深度优先次序。层次周游要在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，通常用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保存下一批结点。也可逐层递归或按深度收集，但要另行分析时间与空间。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818" y="987552"/>
            <a:ext cx="1883884" cy="2057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21031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原树（两种方案都从它出发）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97480" y="932688"/>
            <a:ext cx="32461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540" y="987552"/>
            <a:ext cx="3048000" cy="2057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3108960"/>
            <a:ext cx="32461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　(b) 删 55，基本方案：深度 4 → 5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932688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4" name="Image 2" descr="fig-5-1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987552"/>
            <a:ext cx="2304288" cy="2057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310896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改进方案删 55：53 顶替，深度仍是 4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5.12(b) 深度 4 → 5。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顶替被删结点。只搬一个结点，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高度不会凭空长高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5.13 深度仍是 4。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道上机题：把本章的性质、周游、BST、堆与 Huffman 用到题里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27638 高度与叶子 · 08581 扩展二叉树 · 22158 前中序建树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25140 队列表达式 · 05455 BST 层次遍历 · 18164 剪绳子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27638 求二叉树的高度和叶子数目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输入是孩子下标表：先找根，再递归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left, right = [0] * n, [0] * n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is_child = [False] * n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left[i], right[i] = map(int, input().split())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(left[i], right[i]):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 != -1: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is_child[c] = True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= is_child.index(False)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没当过孩子的就是根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height(u):          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高度按边数：空树 -1，叶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u == -1: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max(height(left[u]), height(right[u])) + 1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leaves = sum(1 for i in range(n) if left[i] == right[i] == -1)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print(height(root), leaves)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169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70832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-1 -1 / 0 2 / -1 -1 → 1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960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812280" y="132588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60920" y="132588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05472" y="11704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05472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56832" y="17647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56832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54112" y="17647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54112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4688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2560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根不一定是 0 号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852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样例里 1 号才是根：先标记所有当过孩子的结点，剩下的那个就是根。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6576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高度的口径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40416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：只有根时高度 0。题面若按结点数算，空树返回 0 即可——先读清定义。</a:t>
            </a:r>
            <a:endParaRPr lang="en-US" sz="9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08581 扩展二叉树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空位补「.」之后，一个先序序列就能唯一还原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build(s, i):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返回 (子树, 下一个位置)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s[i] == '.':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None, i + 1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外部结点：空子树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left, i2 = build(s, i + 1)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right, i3 = build(s, i2)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(s[i], left, right), i3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inorder(t):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''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inorder(t[1]) + t[0] + inorder(t[2])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postorder(t):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''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postorder(t[1]) + postorder(t[2]) + t[0]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tree, _ = build(input().strip(), 0)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print(inorder(tree))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print(postorder(tree))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5120640" cy="411480"/>
          </a:xfrm>
          <a:prstGeom prst="roundRect">
            <a:avLst>
              <a:gd name="adj" fmla="val 17778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306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507992"/>
            <a:ext cx="4901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ABD..EF..G..C.. → DBFEGAC / DFGEBCA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960120"/>
            <a:ext cx="292608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629400" y="1234440"/>
            <a:ext cx="59436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1234440"/>
            <a:ext cx="59436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6263640" y="1737360"/>
            <a:ext cx="36576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1737360"/>
            <a:ext cx="36576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675120" y="224028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95160" y="224028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68312" y="10789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68312" y="1078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7395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7395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66267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6267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0819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397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397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19672" y="2587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2587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159752" y="2587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59752" y="2587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760720" y="315468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「.」= 5.1.2 的外部结点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3538728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补全之后每个位置是内部还是外部都写明了，所以只要先序就够；不补「.」时一个序列对应很多棵树。</a:t>
            </a:r>
            <a:endParaRPr lang="en-US" sz="9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22158 根据二叉树前中序序列建树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不建树也行：前序定根，中序分左右，直接拼出后序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post(pre, ino):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不建树，直接拼出后序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pre: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''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 = pre[0]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ino.index(root) 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左子树有 k 个结点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(post(pre[1:k + 1], ino[:k])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左子树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post(pre[k + 1:], ino[k + 1:])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右子树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root)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 = sys.stdin.read().split()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pre, ino in zip(lines[0::2], lines[1::2]):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print(post(pre, ino))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4381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39312"/>
            <a:ext cx="51755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DURPA / RUDPA → RUAPD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XTCNB / CTBNX → CBNTX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605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多组数据、组数不给：整体读入后两两配对。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 flipH="1">
            <a:off x="6675120" y="1234440"/>
            <a:ext cx="64008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0" y="1234440"/>
            <a:ext cx="64008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6309360" y="178308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0" y="178308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59752" y="10789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59752" y="1078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19672" y="16276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99832" y="16276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99832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53912" y="2176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5391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65592" y="2176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6559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8803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72200" y="2971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5.2.2 的推演同一个递归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3264408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正文用后序 + 中序，根在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；这里根在前序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。切片版每层复制 O(n)，最坏 O(n²)——n ≤ 26 无所谓；正文工程版用位置表 + 下标区间做到 O(n)。</a:t>
            </a:r>
            <a:endParaRPr lang="en-US" sz="9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25140 根据后序表达式建立队列表达式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 → 表达式树（栈），层次周游（队列）再颠倒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deque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queue_expr(postfix):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 in postfix: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小写 = 操作数，大写 = 运算符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ch.islower():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stack.append((ch, None, None))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right, left = stack.pop(), stack.pop()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stack.append((ch, left, right))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q, order = deque([stack[0]]), []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q:          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层次周游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v, l, r = q.popleft()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order.append(v)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c in (l, r):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q.append(c)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''.join(reversed(order))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颠倒层次序 = 队列表达式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range(int(input())):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print(queue_expr(input().strip()))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96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9768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xyPzwIM → wzyxIPM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abcABdefgCDEF → gfCecbDdAaEBF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720840" y="1234440"/>
            <a:ext cx="64008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60920" y="1234440"/>
            <a:ext cx="64008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6400800" y="173736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0840" y="173736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7680960" y="173736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73736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05472" y="10789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05472" y="1078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6539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4555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4555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4535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4535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8543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8543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5255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255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6559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6559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26974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7220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为什么是颠倒的层次序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308152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队列表达式从左扫：遇运算符就从队头取两个、结果入队尾——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最深的一层最先被用掉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。层次序是从根往下，倒过来正好是从最底层往上。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035040" y="4297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层次序 M P I x y z w → 颠倒 w z y x I P M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05455 二叉搜索树的层次遍历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按输入次序插入 BST，再用队列一层层输出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deque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insert(t, v):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 = [val, left, right]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[v, None, None]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1 if v &lt; t[0] else 2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t[i] = insert(t[i], v)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root, seen = None, set()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v in map(int, input().split()):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v not in seen:   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重复值只计一次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seen.add(v)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 = insert(root, v)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q, out = deque([root]), []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q: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v, l, r = q.popleft()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out.append(v)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q.extend(c for c in (l, r) if c)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print(*out)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512064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62272"/>
            <a:ext cx="4901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45 59 86 45 4 15 76 … → 51 45 59 4 50 86 2 15 76 97 …（与样例一致）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760720" y="96012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形状由插入次序决定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1344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同一组数换个次序插入，树形和层次序都会变；BST 唯一保证的是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760720" y="2286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97880" y="2377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用列表代替结点类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6700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[val, left, right]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可原地改孩子；下标 1 / 2 由一次比较选出，插入就只剩一行递归。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60720" y="361188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3703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递归深度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9959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有序输入会让树退化成链：n 上千就要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，或改成循环插入。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18164 剪绳子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倒过来看：剪 = 合并，最小开销就是 Huffman 树的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heapq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 = list(map(int, input().split()))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heapq.heapify(heap)                     </a:t>
            </a:r>
            <a:r>
              <a:rPr lang="en-US" sz="9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O(n) 建堆（5.5.1a 的筛选法）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= 0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len(heap) &gt; 1: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heapq.heappop(heap)             </a:t>
            </a:r>
            <a:r>
              <a:rPr lang="en-US" sz="92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取两个最短的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= heapq.heappop(heap)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cost += a + b                       </a:t>
            </a:r>
            <a:r>
              <a:rPr lang="en-US" sz="92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合并一次的开销 = 一次剪断的开销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heapq.heappush(heap, a + b)</a:t>
            </a:r>
            <a:endParaRPr lang="en-US" sz="9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print(cost)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346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47872"/>
            <a:ext cx="4901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 3 5 → 15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60720" y="96012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675120" y="1280160"/>
            <a:ext cx="64008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0" y="1280160"/>
            <a:ext cx="64008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6355080" y="182880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0" y="182880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59752" y="1124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5975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19672" y="16733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19672" y="1673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99832" y="16733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99832" y="1673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99632" y="22219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99632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39712" y="22219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39712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开销 10 + 5 = 15 = 2×2 + 3×2 + 5×1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9776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WPL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361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每段绳子被剪的次数 = 它在树里的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；每次剪的开销是当前那段的长度，总和 = Σ 长度 × 深度。和 5.6 节的构造一字不差。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60720" y="3154680"/>
            <a:ext cx="2926080" cy="1527048"/>
          </a:xfrm>
          <a:prstGeom prst="roundRect">
            <a:avLst>
              <a:gd name="adj" fmla="val 4790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heapq 是最小堆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897880" y="3538728"/>
            <a:ext cx="26517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要最大堆就存负数；heapify 是 O(n)，每次 pop / push O(log n)，总共 O(n log n)。同题：OJ 05333 Fence Repair。</a:t>
            </a:r>
            <a:endParaRPr lang="en-US" sz="9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2026-10-28T12:16:14Z</dcterms:created>
  <dcterms:modified xsi:type="dcterms:W3CDTF">2026-10-28T12:16:14Z</dcterms:modified>
</cp:coreProperties>
</file>