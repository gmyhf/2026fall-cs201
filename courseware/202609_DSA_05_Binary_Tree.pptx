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讲法（5–8 分钟，性质 5 与 5.2 周游之间的过渡）：
1. 换个角度再数一遍：n 个结点共 2n 个指针域；除根外每个结点被一根指针指着，用掉 n − 1 个；空着 2n − (n − 1) = n + 1 个。不用性质 5 也得到同一个数，一半以上的指针域是空的。
2. 能不能利用？左指针空就存中序前驱，右指针空就存中序后继——这就是线索（thread）。
3. 看图 5.23：挑一片叶子顺两条虚线找前驱、后继；再挑只有一个孩子的结点，只有空的那一侧变成线索。
4. 追问：拿到一根指针，怎么知道它是孩子还是线索？→ 每根指针一位标志（ltag / rtag），不是每个结点一位。
5. 中序还没正式讲：先一句「中序 = 左 → 根 → 右，5.2 细讲」。后面三页的代码可以讲完 5.2 中序后再回来看。
6. 现代的看法：插入删除都要维护线索，通用库不这么做；思想今天仍活在 Morris 遍历里（临时线索，用完拆掉）。Trie 压缩、PATRICIA 到第 12 章再见。
易错：线索与周游次序绑定。中序线索最好用；后序线索树找后继仍常要父指针。
一句话总结：2n 个指针域只用了 n − 1 个；线索树把空指针改存前驱 / 后继，加标志位区分，中序周游就不需要栈。代价是插入删除要维护线索，所以今天很少当默认表示；它的思想在 Morris 遍历里还在用。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共同点：都利用性质 5 的 n + 1 个空指针，让中序周游不用栈也不用递归。Morris 可以看成「临时线索化」。
比喻：普通周游随身带地图（栈）。Morris 每到一个岔路口，先派人去左边小路的尽头，在那里刻一个指回路口的箭头，再往左走；以后顺着箭头回来时，把箭头抹掉，继续往右走。
推演口诀：有左子树的结点经过两次——第一次搭线索、进左；第二次拆线索、访问、进右。没有左子树的结点：访问，往右（可能顺着线索回去）。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讲法（6–8 分钟，接上一页的推演表）：
1. 推演表每一行只做三件事：取根、在中序里找到它、按左子树大小切开。这一页就是把这三件事写成代码，一次 build_impl 调用 = 表里的一行。
2. 先对参数（比方：中序是「座位表」，后序负责指出「谁是组长」）：中序段 [in_begin, in_end) 是座位表上的这一块；后序段从 post_begin 起、一样长；key = 后序段最后一个 = 这一组的组长。
3. 找根：while 从左往右数座位，只在本段里数。拿表的第一行带一遍：A 在 k = 4，left_size = 4；左子树的后序段从 0 起（D G E B），右子树从 0 + 4 起（H I F C）。
4. 最后两行递归 = 表里往下的两行；空区间直接返回 = 表里的「空」。
5. 反例：中序 1 2 3、后序 3 1 2，让学生先自己手算（多数人会「算出」一棵树）。根 2 在 k = 1，左段只有座位 1；左子树从后序取 1 个，是 3 → while 数完本段没找到 → 抛异常。好比有人自称「左边这组的组长」，却根本不坐在这组。追问：去掉 k &lt; in_end 会怎样？→ 一直往后读，越界。
6. 入口函数代码没印，口头讲：先建在临时树 fresh 里，建成了再替换自己；出错时 fresh 的析构收拾半成品，原树不动。「先挂上再建子树」保证半成品始终挂在 fresh 上。
7. 代价：每帧最多数一遍本段 → 总 O(n·h)，退化成链时 O(n²)；递归深度 = 树高。下面三页各改一处：查表（找根变 O(1)）、显式栈（不递归）。
易错：右子树的后序起点是 post_begin + left_size，不是 k + 1（k 是中序下标；后序段里根在最后，不夹在左右中间）。后序取段末、前序取段首——前序 + 中序版留作上机题第 1 题，这里不讲。
一句话总结：推演表的一行 = 一次 build_impl；只传下标不拷贝；只在本段里找根，找不到就报错。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接上一页的问题：找根要从左往右数，最坏 O(n²)。问学生：如果键是字母，有没有办法「一下子」知道 E 坐在第几号？→ 点名册。
2. 上半页 fill_position_table：pos 开 256 格，先全填 -1（没这个人）；按中序依次登记 pos[字符] = 座位号。登记时这一格已经有人 → 重名 → 报错。板书图 5.5：pos['D']=0, pos['B']=1, pos['G']=2, pos['E']=3, pos['A']=4 ……
3. 下半页 build_by_table：和第 26 页 build_impl 一行一行对，只有标红那两行不同——while 换成查一次表；「不在本段」的判断写成 k &lt; in_begin || k &gt;= in_end，查不到的 -1 自然落在 k &lt; in_begin 里。
4. 结构上的小差别：这里不用 Node*&amp; link，而是先把左右子树各建成一棵小树，再用 create_tree（代码 5.2）接到根上——顺便复习所有权转移。
5. 代价：建表 O(n)，每帧 O(1)，总 O(n)。比后面工程版的 O(n log n) 还快——引出右下角的问题：工程版为什么不用？→ 键可能是大整数、字符串，不能当下标；哈希表要求能哈希；工程版是模板，只要求 &lt;，只好排序 + 二分。
易错：char 可能是负数，必须先转成 unsigned char 再当下标，否则 pos[-56] 越界。
说明：这段写在 teaching_test.cpp 里，测试拿它和类里的两版逐棵对拍；它离上机题第 1 题（前序 + 中序）只差「根在段首」这一处，作业要求自己写。
一句话总结：键能当下标时，找根就是查一次点名册，整棵树 O(n)。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先问：第 26 页的递归，深度是多少？→ 树高。树退化成一条 20 万结点的链，运行栈就压穿了。办法：把运行栈换成自己管的栈。
2. 改写是机械的，三条规则：一次调用的参数 → 一帧（Frame 的字段）；调用 → 压一帧；返回 → 弹一帧。
3. 对 Frame：link（建好的子树挂到哪根指针上）、中序段、后序段起点，正好是 build_impl 的参数。追问：为什么 Node*&amp; 变成 Node**？→ 引用一旦绑定不能改指向，也不能存进结构体到处搬；指针可以。
4. 栈本身：一条手写链表，next 指向下面那一帧——压栈就是在表头插一个，弹栈就是摘掉表头。和 level_order 里的手写队列是同一写法。
5. 第一次「调用」= 压第一帧（挂到 fresh.root_，区间是整个序列）；然后 while 循环：弹一帧、处理一帧，直到栈空。空区间直接 continue，相当于递归版里的 return。
易错：弹出时先把整帧拷贝到 f，再 delete 栈顶——顺序反了就是读已释放的内存（ASan 会报 heap-use-after-free）。
一句话总结：递归的每次调用 = 栈里的一帧；调用就压、返回就弹。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找根这几行和第 26 页一字不差（只是变量从参数变成了 f.xxx），快速带过。
2. 抛异常前多了一个循环：把栈里剩下的帧还掉。问：递归版为什么不用写这个？→ 递归时这些「帧」在运行栈上，函数一退出自动回收；自己管的栈，得自己还。（测试里中序 1234、后序 3412 专门制造「栈里还有帧时失败」，不还就会被 LeakSanitizer 抓到。）
3. 建结点、先挂上，和递归版一样。
4. 两次递归调用变成压两帧。先压右、再压左：栈后进先出，所以左子树先建，次序和递归一样。追问：反过来压行不行？→ 也能建对，每一帧只管自己那一段，与先后无关；只是建的次序不同。
5. 收尾和入口函数一样：建成了，再拆旧树、接新树。
6. 诚实交代局限（右下角）：教学版的析构 destroy 仍是递归的，所以长链就算建出来，析构时照样爆栈。这里要学的是「递归 → 显式栈」的改写手法；工程版连析构也改成了迭代（5.6a）。
易错：left_size 是 k - f.in_begin，不是 k；右子树的后序起点是 f.post_begin + left_size。
一句话总结：两次递归调用 = 压两帧（先右后左）；自己管的栈，出错时要自己清空。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代码不逐行读，只点三处：两个静态工厂；各自一行转调同一个 rebuild；差别只在 Order——根在段末（后序）还是段首（前序）。为什么不用构造函数：名字本身说明输入是哪两种序列，传反了也看得出。
2. 坑 1：教学版已经只传下标、不拷贝；剩下的慢在「从左往右数」。比方：翻花名册 vs 查字典。工程版先把座位号按名字排好（下一页），之后每次二分，总 O(n log n)。可能被问：为什么不用哈希表做到 O(n)？→ 只要求 T 支持 &lt;；而且排序后相邻一比就顺便查出重复键。
3. 坑 2：教学版的 while 已经守住了；工程版是同一条检查（根必须落在本段），另把重复键、键缺失单独报出，让报错说对原因。
4. 「能建完就一定对」：各帧的中序区间互不重叠，每个根都落在自己的区间里 → 每个座位恰好坐一个人 → 名单和座位表完全对得上，不必再周游核对。细节在第 32 页页底。
易错：from_preorder_inorder 的参数次序是（前序, 中序），内部转成 rebuild(中序, 前序)——调用时别传反。
一句话总结：工程版保留教学版的两处做法（只传下标、根必须在本段），再升级三处：二分查位置、显式栈、分类报错。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分钟）：这一页只做准备——做一本「按名字查座位」的小字典，顺便检查名单。真正建树在下一页。
1. 门口检查：count == 0 交一棵空树；说有人、名单却是空指针 → 报错。
2. by_key：排的是座位号，不是座位表本身——中序的顺序就是信息，不能打乱。板书让学生自己写：中序 D B G E A C H F I（座位 0–8），按名字排序后 by_key = 4 1 5 0 3 7 2 6 8，对应 A B C D E F G H I。像一叠按人名排好的索引卡片，每张写着座位号。
3. 查重名：排好后同名的一定挨着，逐对要求「前 &lt; 后」。写 !(a &lt; b) 而不写 a == b：全程只要求 T 支持 &lt;。
4. position_in_inorder：lower_bound = 翻到第一张「不比 key 小」的卡片；翻到底，或翻到的名字比 key 大 → 字典里没有 → 报错。每次 O(log n)，n 次合计 O(n log n)。
5. 一句带过即可：std::sort / lower_bound 只用在这张查找表上，树和栈仍手写（课程约定 D-001 §2）；unique_ptr 让中途报错时数组自动归还；lambda 是「当场写的小函数」。
收尾板书三种错误各在哪抓：重复键 → 本页排序后相邻比较；键缺失 → 本页查字典；根不在本段 → 下一页。
一句话总结：教学版里那个从左往右数的 while，在这里换成了「排序一次 + 每次二分」。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分钟，对照第 28–29 页教学版显式栈讲）：
1. 与教学版显式栈同一个结构：一帧 Frame = 一次调用的参数（挂到哪、中序区间、另一序列的起点）；差别只是栈换成第 3 章的 LinkedStack，并且前序 / 后序共用一份。
2. 先 push 右、再 push 左：栈后进先出，所以左子树先建，与递归次序一致（换了顺序结果也对）。
3. root_at：前序取段首、后序取段末，一份代码两种用。left_other：前序时左子树紧跟在根后面（+1），后序时从段头开始。
4. 根越界检查 = 教学版里的 k == in_end，同一条检查。
5. 先挂上 *frame-&gt;link = node，再 push 子帧：中途抛异常时，已建的结点全挂在 result 上，由 result 的析构统一释放——与教学版「先建在临时树里」是同一个想法。
6. 为什么不递归：递归深度 = 树高，20 万结点的纯左链会压穿运行栈（5.6a 的递归 clone 同理）；显式栈在堆上。
7. 「能建完就一定对」（页底）：对区间长度归纳；测试用 400 棵随机树往返核对。
易错：Node** link 是「指向该挂接的那根指针」，第一次见容易把 link 和 *link 搞混；5.4 BST 插入还会用同一手法，可以提前说一句。
一句话总结：把递归的调用栈换成自己的链式栈，帧里只记下标和「挂到哪」；其余逻辑与教学版逐行对应。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中序线索化：按中序走一遍，把空指针接到前驱 / 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left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left_thread = false;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true：left 存的是中序前驱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right_thread = false;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true：right 存的是中序后继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线索化：按中序走一遍，pre 是上一个访问到的结点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thread_impl(Node* node, Node*&amp; pre)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thread_impl(node-&gt;left,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(node-&gt;left == nullptr) {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空左指针 → 存中序前驱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 = pre;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 &amp;&amp; pre-&gt;right == nullptr) {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上一个结点的空右指针 → 存后继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thread_impl(node-&gt;right,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make_threaded(Node* 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thread_impl(root,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nullptr) pre-&gt;right_thread = true;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最后一个结点：后继为空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标志位：每根指针一位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不是每个结点一位。拿到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时，必须靠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才知道它指的是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两端是空线索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670048"/>
            <a:ext cx="21122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中序第一个结点：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中序最后一个结点：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这样周游时只看标志位，不用再判空。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8404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= 左 → 根 → 右（5.2 细讲）。线索化本身就是一次中序周游，O(n)。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沿线索找后继：中序周游不用栈，也不用递归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中序后继：右指针是线索就直接跳；否则是右子树里最左下的结点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Node* next(Node*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(node-&gt;right_thread) return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=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inorder_threaded(Node*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node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中序第一个：最左下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(; node != nullptr; node = next(node)) visit(node-&gt;value);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6692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 p 的情况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true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就是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p-&gt;right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，一步到位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false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右子树里一路向左走到底（左指针是线索为止）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每个结点只多一位标志，额外空间 O(1)；每条边最多走两次，时间 O(n)。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932688"/>
            <a:ext cx="2331720" cy="251460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9"/>
          <p:cNvSpPr/>
          <p:nvPr/>
        </p:nvSpPr>
        <p:spPr>
          <a:xfrm flipH="1">
            <a:off x="708660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676656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8660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551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3115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3115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198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111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111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511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 flipV="1">
            <a:off x="685800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 flipH="1" flipV="1">
            <a:off x="7187184" y="2002536"/>
            <a:ext cx="146304" cy="37490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751636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7827264" y="1353312"/>
            <a:ext cx="329184" cy="4114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640080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4 2 5 1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 = 线索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35661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9502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插入、删除都要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维护线索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；通用库宁可用父指针或迭代器。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临时线索：用时搭上，用完拆掉，不要标志位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Morris 中序周游：额外空间 O(1)。中途临时改树，结束时恢复原样。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morris_inorder(Node*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(cur-&gt;left == nullptr) {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没有左子树：访问，往右走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可能是真孩子，也可能是临时线索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pre = cur-&gt;left;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找中序前驱：左子树最右下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(pre-&gt;right != nullptr &amp;&amp; pre-&gt;right != cur) pre = pre-&gt;right;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(pre-&gt;right == nullptr)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第一次到 cur：搭线索，进左子树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cur;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        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第二次到 cur：左子树已走完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nullptr;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拆线索，恢复原树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为什么需要栈？进左子树之前必须记住「回来的路」。Morris：左子树最后访问的结点（中序前驱）的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恰好是空的——让它临时指回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，路就存在树里了。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932688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怎么分辨第一次 / 第二次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316736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不用标志位：从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cur-&gt;left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一路向右，碰到的若是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本身，说明线索是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自己上次搭的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，左子树已经走完。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3317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23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15768"/>
            <a:ext cx="211226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：找前驱的那条右链每个结点走两遍，每条边至多走 3 次。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3685032"/>
            <a:ext cx="2331720" cy="978408"/>
          </a:xfrm>
          <a:prstGeom prst="roundRect">
            <a:avLst>
              <a:gd name="adj" fmla="val 747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7764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中途在改树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069080"/>
            <a:ext cx="2057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周游中途抛异常或提前退出，线索就留在树上；别的线程也不能同时读。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遍历逐步推演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1(2(4, 5), 3)：每个有左子树的结点被经过两次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 flipH="1">
            <a:off x="118872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86868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2763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332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2199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533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533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61848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红虚线：Morris 临时搭的线索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（只用右指针）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17320"/>
                <a:gridCol w="3154680"/>
                <a:gridCol w="64008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左子树最右下 pre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5→1，进左子树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4→2，进左子树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4→2 回到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4→2，访问，进右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5→1 回到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=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5→1，访问，进右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访问；right 空，结束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线索二叉树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Morris 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线索存多久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一直在，是存储结构的一部分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周游时临时搭，用完拆掉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每根指针多一位标志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不变，不要标志位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插入、删除要维护线索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周游中途改树，不能并发读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把推演表翻译成递归：只传下标，只在本段里找根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182112"/>
          </a:xfrm>
          <a:prstGeom prst="roundRect">
            <a:avLst>
              <a:gd name="adj" fmla="val 22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090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把中序 inorder[in_begin, in_end) 与后序 postorder[post_begin, …) 建成一棵子树，挂到 link 上。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两段一样长；只传下标，不拷贝子数组。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后序段的最后一个是根；在中序段里找到它（下标 k），左边 k - in_begin 个是左子树，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右边是右子树。左子树的大小一旦知道，后序段也就切成了「左子树 | 右子树 | 根」。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build_impl(Node*&amp; link, const T* inorder, std::size_t in_begin, std::size_t in_end,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const T* postorder, std::size_t post_begin)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空区间：空子树，link 保持 nullptr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size = in_end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T&amp; key = postorder[post_begin + size - 1];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k = in_begin;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在中序段里从左往右找根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(k &lt; in_end &amp;&amp; inorder[k] != key) {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只找本段：根不在本段，说明两个序列对不上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std::invalid_argument("build_from_inorder_postorder: root lies outside its inorder range");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 = new Node{key, nullptr, nullptr};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先挂上：子树里再抛异常，它也归临时树释放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left_size = k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build_impl(link-&gt;left, inorder, in_begin, k, postorder, post_begin);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build_impl(link-&gt;right, inorder, k + 1, in_end, postorder, post_begin + left_size);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766560" y="93268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024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推演表的一行 = 一次调用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1316736"/>
            <a:ext cx="17007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中序段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[in_begin, in_end)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起，一样长。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=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，取后序段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/ 右子树 = 最后两行递归；右子树的后序段从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 + left_size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766560" y="3035808"/>
            <a:ext cx="1920240" cy="1627632"/>
          </a:xfrm>
          <a:prstGeom prst="roundRect">
            <a:avLst>
              <a:gd name="adj" fmla="val 449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对不上就抛异常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19856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只在本段找：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建左子树时找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，本段只有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抛异常。入口先建在临时树里，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原树不动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4224528"/>
            <a:ext cx="6172200" cy="438912"/>
          </a:xfrm>
          <a:prstGeom prst="roundRect">
            <a:avLst>
              <a:gd name="adj" fmla="val 16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224528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每帧从左往右找根，总 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O(n·h)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，退化成链时 O(n²)；递归深度 = 树高。下面三页：查表、显式栈。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直接查表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键是 char：拿键当下标，找根从「数一遍」变成「查一次」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091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5628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「点名册」：pos[c] = 字符 c 坐在中序第几号，-1 表示中序里没有。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登记时发现这一格已经有人，就是中序里有重复键。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fill_position_table(int pos[256], const char* inorder, int count)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c = 0; c &lt; 256; ++c)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-1;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count; ++i)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unsigned char c = static_cast&lt;unsigned char&gt;(inorder[i]);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(pos[c] != -1)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std::invalid_argument("duplicate key in inorder sequence");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i;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5303520" y="932688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4068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点名册 pos[]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1316736"/>
            <a:ext cx="31638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pos[c]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字符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坐在中序第几号；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没这个人。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 O(n)，之后每次找根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，总代价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登记时这一格已有人 → 中序有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重复键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61264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743200"/>
            <a:ext cx="59801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build_impl 同一个递归，只把「从左往右数」换成查一次表：找根 O(1)，总代价 O(n)。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两棵子树先各自建成小树，再用 create_tree（【代码5.2】）接到根上。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build_by_table(BinaryTree&lt;char&gt;&amp; out, const int pos[256], const char* postorder,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int in_begin, int in_end, int post_begin)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 key = postorder[post_begin + (in_end - in_begin) - 1];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k = pos[static_cast&lt;unsigned char&gt;(key)];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查表：它坐在中序第几号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&lt; in_begin || k &gt;= in_end) {                 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不在本段（-1 也落在这里）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left_size = k - 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left, right;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build_by_table(left, pos, postorder, in_begin, k, post_begin);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build_by_table(right, pos, postorder, k + 1, in_end, post_begin + left_size);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out.create_tree(key, left, right);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720840" y="2697480"/>
            <a:ext cx="1965960" cy="201168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工程版为什么不用它？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081528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键可能是大整数、字符串，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不能当下标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；换哈希表又要求键能哈希。工程版只要求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支持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，只好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二分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，O(n log n)。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递归调用的参数存成一帧：调用 = 压栈，返回 = 弹栈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90672"/>
          </a:xfrm>
          <a:prstGeom prst="roundRect">
            <a:avLst>
              <a:gd name="adj" fmla="val 23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99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同一个重建，不递归：把每次递归调用的参数存成一帧，压进一条手写的链式栈。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build_impl 逐行对应——「递归调用」变成「压一帧」，「函数返回」变成「弹一帧」；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参数 Node*&amp; link 变成帧里的 Node** link（引用存不进结构体，只能存指针）。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注意：教学版的析构 destroy 仍是递归的，所以一条很长的链就算这样建出来了，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析构时照样压穿运行栈。这里要学的是「递归 → 显式栈」的改写手法；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工程版把析构也改成了迭代，见 5.6a。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build_from_inorder_postorder_iterative(const T* inorder, const T* postorder, std::size_t count)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link;         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建好的子树挂到哪根指针上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in_begin, in_end;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中序段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post_begin;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后序段起点（与中序段一样长）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next;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链式栈：下面那一帧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fresh;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Frame* top = new Frame{&amp;fresh.root_, 0, count, 0, nullptr};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第一次「调用」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(top != nullptr)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Frame f = *top;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弹出一帧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popped = top;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top-&gt;next;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popped;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(f.in_begin == f.in_end)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下一页：找根、挂接、压栈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57200" y="4096512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87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与递归版逐项对应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805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→ 帧的字段；第一次调用 → 压第一帧；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（引用存不进结构体）。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096512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1879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栈用什么？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805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手写链表，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指向下面那一帧。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找根与递归版一字不差；两次递归调用变成压两帧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90672"/>
          </a:xfrm>
          <a:prstGeom prst="roundRect">
            <a:avLst>
              <a:gd name="adj" fmla="val 23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99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接上一页：弹出的帧 f 不是空区间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f.in_end - f.in_begin;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T&amp; key = postorder[f.post_begin + size - 1];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f.in_begin;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&lt; f.in_end &amp;&amp; inorder[k] != key)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== f.in_end)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(top != nullptr) {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抛异常之前，先把栈里剩下的帧还掉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Frame* rest = top-&gt;next;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top;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top = rest;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std::invalid_argument("build_from_inorder_postorder_iterative: root lies outside its inorder range");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Node{key, nullptr, nullptr};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*f.link = node;      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先挂上：之后再抛异常，它也归临时树释放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f.in_begin;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先压右、再压左：栈后进先出，于是左子树先建，与递归的次序一致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new Frame{&amp;node-&gt;right, k + 1, f.in_end, f.post_begin + left_size, top};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new Frame{&amp;node-&gt;left, f.in_begin, k, f.post_begin, top};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root_ = fresh.root_;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fresh.root_ = nullptr;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57200" y="4096512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87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先压右、再压左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805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→ 左子树先建，次序同递归。抛异常前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先还掉剩下的帧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（递归版由运行栈自动回收）。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096512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1879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教学版的局限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805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析构仍递归：长链建得出、拆时照样爆栈。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modern.hpp（进阶）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教学版的两处坑，工程版怎么处理；做成两个静态工厂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就不必拷贝（教学版已如此）。教学版的 char 点名册是 O(n)，但任意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不能当下标；工程版把中序下标按键排序后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。工程版另把重复键、键缺失单独报出。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627" y="987552"/>
            <a:ext cx="318346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52：无左子树，右子树顶上　(b) 删 55：基本方案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110" y="987552"/>
            <a:ext cx="2406701" cy="2148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315468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改进方案：53 顶替 55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顶替被删结点。接上去的是同一层的邻居，高度不会凭空长高。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2026-10-13T18:12:26Z</dcterms:created>
  <dcterms:modified xsi:type="dcterms:W3CDTF">2026-10-13T18:12:26Z</dcterms:modified>
</cp:coreProperties>
</file>