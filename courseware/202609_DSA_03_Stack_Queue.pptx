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演算：承重 s=5，物品 weights=[2,3,4]；帧=(remaining,count,stage)，A1=AfterRule1，A2=AfterRule2。
 1. 弹出(5,3,Enter) → 压断点+子调用（选 w=4）
    栈(底→顶)：(5,3,A1) (1,2,Enter)
 2. 弹出(1,2,Enter) → 压断点+子调用（选 w=3）
    栈(底→顶)：(5,3,A1) (1,2,A1) (-2,1,Enter)
 3. 弹出(-2,1,Enter) → 出口2，child=F
    栈(底→顶)：(5,3,A1) (1,2,A1)
 4. 弹出(1,2,A1) → child=F，回溯：压 A2 + 不选子调用
    栈(底→顶)：(5,3,A1) (1,2,A2) (1,1,Enter)
 5. 弹出(1,1,Enter) → 压断点+子调用（选 w=2）
    栈(底→顶)：(5,3,A1) (1,2,A2) (1,1,A1) (-1,0,Enter)
 6. 弹出(-1,0,Enter) → 出口2，child=F
    栈(底→顶)：(5,3,A1) (1,2,A2) (1,1,A1)
 7. 弹出(1,1,A1) → child=F，回溯：压 A2 + 不选子调用
    栈(底→顶)：(5,3,A1) (1,2,A2) (1,1,A2) (1,0,Enter)
 8. 弹出(1,0,Enter) → 出口2，child=F
    栈(底→顶)：(5,3,A1) (1,2,A2) (1,1,A2)
 9. 弹出(1,1,A2) → 原样上传 child=F
    栈(底→顶)：(5,3,A1) (1,2,A2)
10. 弹出(1,2,A2) → 原样上传 child=F
    栈(底→顶)：(5,3,A1)
11. 弹出(5,3,A1) → child=F，回溯：压 A2 + 不选子调用
    栈(底→顶)：(5,3,A2) (5,2,Enter)
12. 弹出(5,2,Enter) → 压断点+子调用（选 w=3）
    栈(底→顶)：(5,3,A2) (5,2,A1) (2,1,Enter)
13. 弹出(2,1,Enter) → 压断点+子调用（选 w=2）
    栈(底→顶)：(5,3,A2) (5,2,A1) (2,1,A1) (0,0,Enter)
14. 弹出(0,0,Enter) → 出口1，child=T
    栈(底→顶)：(5,3,A2) (5,2,A1) (2,1,A1)
15. 弹出(2,1,A1) → child=T，选中物品0（w=2）
    栈(底→顶)：(5,3,A2) (5,2,A1)
16. 弹出(5,2,A1) → child=T，选中物品1（w=3）
    栈(底→顶)：(5,3,A2)
17. 弹出(5,3,A2) → 原样上传 child=T
    栈(底→顶)：（空）
结果：chosen=[0,1]，即物品 2+3=5。
要点：步1–10 整个「选 4」分支失败；步11 回溯到不选 4；步12–14 选 3、选 2 凑出 0；步15–17 沿栈逐层上传 True。每次调用压两帧（断点在下、子调用在上），LIFO 还原调用/返回次序。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附录：括号匹配 · 八皇后 · 单调栈（接雨水）· 约瑟夫 · deque · 单调队列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A：8 道上机题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清空（教学版只归零长度；工程版逐个析构，O(n)）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（栈深 = 压在这一帧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的帧数）。只需维护一个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：本图沿用原书约定，rear 指向最后一个元素；后面的代码（教学版）里 rear_ 指向下一个可写入的空位，二者差一格。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：m 个位置的数组若允许装满，队列有「空、1 个、…、m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 n 个就开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），个数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(rear−front+m)%m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。所以「容量 3 时第 4 个入不进去」。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53212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25780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道上机题：栈管「最近的那一个」，队列管「最早的那一个」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03704 括号匹配 · 02734 进制 · 02754 八皇后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04137 / 26977 单调栈 · 02746 约瑟夫 · 05902 deque · T239 单调队列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03704 括号匹配问题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栈里存「还没配上的左括号」的下标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 in sys.stdin.read().splitlines():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mark = [' '] * len(s)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存未匹配的 '(' 的下标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ch in enumerate(s):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 == '(':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stack.append(i)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ch == ')':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stack: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与最近的 '(' 配对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mark[i] = '?'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没有可配的左括号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stack: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mark[i] = '$'   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扫完还留在栈里的左括号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print(s)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print(''.join(mark).rstrip())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5394960" cy="886968"/>
          </a:xfrm>
          <a:prstGeom prst="roundRect">
            <a:avLst>
              <a:gd name="adj" fmla="val 824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49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50792"/>
            <a:ext cx="5175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((ABCD(x)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)(rttyy())sss)(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          ?$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35040" y="960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3441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右括号要配的是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、还没配过的左括号——后进先出。存下标而不是字符，才能在原位置打标记。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246888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2560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多种括号（LeetCode E20）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85292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{')': '(', ']': '[', '}': '{'}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查表：弹出的必须是对应的左括号，否则立即判无效；扫完栈必须空。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384048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读到文件尾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224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组数不给：用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一次读完再逐行处理。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02734 十进制到八进制 · OJ 02754 八皇后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余数逆序输出；回溯 = 进栈试探、出栈退回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3133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to_base(n, b):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digits = '0123456789ABCDEF'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True: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n, r = divmod(n, b)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stack.append(digits[r])  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先得到的是最低位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 ==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''.join(reversed(stack))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高位在前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print(to_base(int(input()), 8))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→ 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do-while 的写法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先除再判：n = 0 时也输出一位「0」，不用特判。to_base(255, 16) = FF。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062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同一套路：除 b 取余，余数逆序输出——「先产生的后输出」正是 LIFO。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17720" y="960120"/>
            <a:ext cx="40690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90872" y="1005840"/>
            <a:ext cx="39227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queens(n=8):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out, cols = [], []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cols[r] = 第 r 行皇后所在列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ok(c):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len(cols)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all(c != cc and abs(c - cc) != r - rr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for rr, cc in enumerate(cols))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place():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len(cols) == 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out.append(''.join(str(c + 1) for c in cols))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c in range(n):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列从小到大：解按字典序产生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ok(c):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cols.append(c)          </a:t>
            </a:r>
            <a:r>
              <a:rPr lang="en-US" sz="7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进：压栈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place()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cols.pop()              </a:t>
            </a:r>
            <a:r>
              <a:rPr lang="en-US" sz="7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退：回溯 = 出栈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place()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sols = queens()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共 92 个解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range(int(input())):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print(sols[int(input()) - 1])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→ 15863724</a:t>
            </a:r>
            <a:endParaRPr lang="en-US" sz="76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单调栈：OJ 04137 最小新整数 · OJ 26977 接雨水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栈里保持单调；新元素一来，把「不再有用」的统统弹掉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remove_k(num, k):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num: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k and stack and stack[-1] &gt; d: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stack.pop()                 </a:t>
            </a:r>
            <a:r>
              <a:rPr lang="en-US" sz="82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前面更大的数位删掉更划算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-=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stack.append(d)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''.join(stack[:len(stack) - k])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没删够：从尾部删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trap(h):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stack, water = [], 0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栈里是下标，对应高度单调递减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x in enumerate(h):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stack and h[stack[-1]] &lt; x: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bottom = stack.pop()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找到一个「凹槽」的底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not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= stack[-1]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water += (min(h[left], x) - h[bottom]) * (i - left - 1)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stack.append(i)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water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print(remove_k("9128456", 2), remove_k("1444", 3))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12456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print(trap([0, 1, 0, 2, 1, 0, 1, 3, 2, 1, 2, 1]))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04137 贪心：高位越小越好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从左往右，只要栈顶比当前数位大、还能删，就删栈顶。9128456 删 2 位：9 被 1 弹掉，8 被 4 弹掉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12456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26060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26977 按「层」接水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99008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弹出的 bottom 是槽底，新栈顶 left 是左墙、当前 i 是右墙：这一层水高 min(左, 右) − 底，宽 i − left − 1。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每个下标进栈、出栈各一次：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02746 约瑟夫问题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队列转圈：报数的排到队尾，报到 m 的出局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720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4256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deque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line in sys.stdin: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n, m = map(int, line.split())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 == 0: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deque(range(1, n + 1))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len(q) &gt; 1: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q.rotate(-(m - 1))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 m-1 只依次排到队尾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q.popleft()     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第 m 只出局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print(q[0])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4572000" cy="1143000"/>
          </a:xfrm>
          <a:prstGeom prst="roundRect">
            <a:avLst>
              <a:gd name="adj" fmla="val 64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5753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776472"/>
            <a:ext cx="43525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2 →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4 →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3 → 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0" y="960120"/>
            <a:ext cx="347472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24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Python 的性能陷阱</a:t>
            </a:r>
            <a:endParaRPr lang="en-US" sz="115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371600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万个元素，出队 + 入队 2 万次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list.pop(0)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deque.popleft()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0.0005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34924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是顺序表：删表头要把后面全部前移，O(n)。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212080" y="297180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349240" y="3063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2.2 节对照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3355848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的 deque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定长块组成的双向链表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：两端进出都是 O(1)——和本章循环队列、链式队列要的是同一件事。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OJ 05902 双端队列 · LeetCode T239 滑动窗口最大值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deque 两头进出；单调队列 = 队尾单调栈 + 队头过期出队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deque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iter(sys.stdin.read().split())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range(int(next(data))):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deque()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_ in range(int(next(data))):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op, x = int(next(data)), int(next(data))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op == 1: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q.append(x)                 </a:t>
            </a:r>
            <a:r>
              <a:rPr lang="en-US" sz="7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队尾进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x == 0: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q.popleft()                 </a:t>
            </a:r>
            <a:r>
              <a:rPr lang="en-US" sz="7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队头出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q.pop()                     </a:t>
            </a:r>
            <a:r>
              <a:rPr lang="en-US" sz="7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队尾出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print(*q if q else ["NULL"])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457200" y="406908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5112"/>
            <a:ext cx="38039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样例两组 → 3 / NULL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005840"/>
            <a:ext cx="38770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deque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max_sliding_window(nums, k):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q, out = deque(), []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 存下标，值单调递减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x in enumerate(nums):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q and nums[q[-1]] &lt;= x: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q.pop()                     </a:t>
            </a:r>
            <a:r>
              <a:rPr lang="en-US" sz="7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比 x 小的不会再当最大值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q.append(i)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q[0] &lt;= i - 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q.popleft()                 </a:t>
            </a:r>
            <a:r>
              <a:rPr lang="en-US" sz="7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队头滑出窗口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&gt;= k - 1: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out.append(nums[q[0]])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队头就是窗口最大值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print(max_sliding_window([1, 3, -1, -3, 5, 3, 6, 7], 3))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[3, 3, 5, 5, 6, 7]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4663440" y="384048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O(n)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224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每个下标从队尾进一次、至多从某一端出一次；暴力每窗扫 k 个是 O(nk)。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2026-10-28T11:41:51Z</dcterms:created>
  <dcterms:modified xsi:type="dcterms:W3CDTF">2026-10-28T11:41:51Z</dcterms:modified>
</cp:coreProperties>
</file>