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/tmp/claude-1000/-home-ubuntu-hongfei-2026fall-cs201/aed35290-c421-49e0-9536-608ca9d0e52c/scratchpad/fig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217920" y="4005072"/>
            <a:ext cx="868680" cy="-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/tmp/claude-1000/-home-ubuntu-hongfei-2026fall-cs201/aed35290-c421-49e0-9536-608ca9d0e52c/scratchpad/fig-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965960"/>
            <a:ext cx="365760" cy="-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/tmp/claude-1000/-home-ubuntu-hongfei-2026fall-cs201/aed35290-c421-49e0-9536-608ca9d0e52c/scratchpad/sh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/tmp/claude-1000/-home-ubuntu-hongfei-2026fall-cs201/aed35290-c421-49e0-9536-608ca9d0e52c/scratchpad/fig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/tmp/claude-1000/-home-ubuntu-hongfei-2026fall-cs201/aed35290-c421-49e0-9536-608ca9d0e52c/scratchpad/fig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/tmp/claude-1000/-home-ubuntu-hongfei-2026fall-cs201/aed35290-c421-49e0-9536-608ca9d0e52c/scratchpad/fig-3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/tmp/claude-1000/-home-ubuntu-hongfei-2026fall-cs201/aed35290-c421-49e0-9536-608ca9d0e52c/scratchpad/fig-3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/tmp/claude-1000/-home-ubuntu-hongfei-2026fall-cs201/aed35290-c421-49e0-9536-608ca9d0e52c/scratchpad/fig-3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2026-09-17T17:25:31Z</dcterms:created>
  <dcterms:modified xsi:type="dcterms:W3CDTF">2026-09-17T17:25:31Z</dcterms:modified>
</cp:coreProperties>
</file>