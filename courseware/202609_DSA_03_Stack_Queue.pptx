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6217920" y="35935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6446520" y="1600200"/>
            <a:ext cx="365760" cy="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个位置的数组，队列有「空、1 个、…、n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格却只装 n 个元素：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 = 容量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。这就是「逻辑容量 3 时第 4 个入不进去」的原因。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42492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7863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2026-09-17T17:58:44Z</dcterms:created>
  <dcterms:modified xsi:type="dcterms:W3CDTF">2026-09-17T17:58:44Z</dcterms:modified>
</cp:coreProperties>
</file>