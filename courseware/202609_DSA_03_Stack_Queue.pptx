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清空（教学版只归零长度；工程版逐个析构，O(n)）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6217920" y="35935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6446520" y="1600200"/>
            <a:ext cx="365760" cy="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（栈深 = 压在这一帧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的帧数）。只需维护一个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：m 个位置的数组若允许装满，队列有「空、1 个、…、m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 n 个就开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），个数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(rear−front+m)%m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。所以「容量 3 时第 4 个入不进去」。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53212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525780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2026-10-08T08:02:30Z</dcterms:created>
  <dcterms:modified xsi:type="dcterms:W3CDTF">2026-10-08T08:02:30Z</dcterms:modified>
</cp:coreProperties>
</file>