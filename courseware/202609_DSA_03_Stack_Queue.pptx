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演算：承重 s=5，物品 weights=[2,3,4]；帧=(remaining,count,stage)，A1=AfterRule1，A2=AfterRule2。
 1. 弹出(5,3,Enter) → 压断点+子调用（选 w=4）
    栈(底→顶)：(5,3,A1) (1,2,Enter)
 2. 弹出(1,2,Enter) → 压断点+子调用（选 w=3）
    栈(底→顶)：(5,3,A1) (1,2,A1) (-2,1,Enter)
 3. 弹出(-2,1,Enter) → 出口2，child=F
    栈(底→顶)：(5,3,A1) (1,2,A1)
 4. 弹出(1,2,A1) → child=F，回溯：压 A2 + 不选子调用
    栈(底→顶)：(5,3,A1) (1,2,A2) (1,1,Enter)
 5. 弹出(1,1,Enter) → 压断点+子调用（选 w=2）
    栈(底→顶)：(5,3,A1) (1,2,A2) (1,1,A1) (-1,0,Enter)
 6. 弹出(-1,0,Enter) → 出口2，child=F
    栈(底→顶)：(5,3,A1) (1,2,A2) (1,1,A1)
 7. 弹出(1,1,A1) → child=F，回溯：压 A2 + 不选子调用
    栈(底→顶)：(5,3,A1) (1,2,A2) (1,1,A2) (1,0,Enter)
 8. 弹出(1,0,Enter) → 出口2，child=F
    栈(底→顶)：(5,3,A1) (1,2,A2) (1,1,A2)
 9. 弹出(1,1,A2) → 原样上传 child=F
    栈(底→顶)：(5,3,A1) (1,2,A2)
10. 弹出(1,2,A2) → 原样上传 child=F
    栈(底→顶)：(5,3,A1)
11. 弹出(5,3,A1) → child=F，回溯：压 A2 + 不选子调用
    栈(底→顶)：(5,3,A2) (5,2,Enter)
12. 弹出(5,2,Enter) → 压断点+子调用（选 w=3）
    栈(底→顶)：(5,3,A2) (5,2,A1) (2,1,Enter)
13. 弹出(2,1,Enter) → 压断点+子调用（选 w=2）
    栈(底→顶)：(5,3,A2) (5,2,A1) (2,1,A1) (0,0,Enter)
14. 弹出(0,0,Enter) → 出口1，child=T
    栈(底→顶)：(5,3,A2) (5,2,A1) (2,1,A1)
15. 弹出(2,1,A1) → child=T，选中物品0（w=2）
    栈(底→顶)：(5,3,A2) (5,2,A1)
16. 弹出(5,2,A1) → child=T，选中物品1（w=3）
    栈(底→顶)：(5,3,A2)
17. 弹出(5,3,A2) → 原样上传 child=T
    栈(底→顶)：（空）
结果：chosen=[0,1]，即物品 2+3=5。
要点：步1–10 整个「选 4」分支失败；步11 回溯到不选 4；步12–14 选 3、选 2 凑出 0；步15–17 沿栈逐层上传 True。每次调用压两帧（断点在下、子调用在上），LIFO 还原调用/返回次序。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清空（教学版只归零长度；工程版逐个析构，O(n)）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（栈深 = 压在这一帧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的帧数）。只需维护一个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：m 个位置的数组若允许装满，队列有「空、1 个、…、m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 n 个就开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），个数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(rear−front+m)%m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。所以「容量 3 时第 4 个入不进去」。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53212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25780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2026-10-11T08:08:35Z</dcterms:created>
  <dcterms:modified xsi:type="dcterms:W3CDTF">2026-10-11T08:08:35Z</dcterms:modified>
</cp:coreProperties>
</file>