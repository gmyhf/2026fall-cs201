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1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n 辆车的合法出栈序列数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合法出栈序列数</c:v>
                </c:pt>
              </c:strCache>
            </c:strRef>
          </c:tx>
          <c:spPr>
            <a:solidFill>
              <a:srgbClr val="3E7C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14</c:v>
                </c:pt>
                <c:pt idx="4">
                  <c:v>42</c:v>
                </c:pt>
                <c:pt idx="5">
                  <c:v>132</c:v>
                </c:pt>
                <c:pt idx="6">
                  <c:v>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 栈与队列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&amp; Queue：加了限制的线性表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ADT 与 LIFO · 顺序栈 / 链式栈 · 后缀表达式 · 调度场算法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运行栈与递归深度实测 · 显式栈改写 · 背包问题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ADT 与 FIFO · 假溢出 · 循环队列「牺牲一格」 · 链式队列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 · 出栈序列判定与 Catalan 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在线性表上只加一条限制，能换来什么？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（LIFO）；一端进、另一端出是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递归为什么会崩，崩在哪里？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运行栈、栈帧，以及一组会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推翻直觉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的实测数字。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「空栈弹出」是错误，还是正常状态？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这个判断决定了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接口怎么写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还是异常。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栈和队列不是新的存储结构，是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加了限制的线性表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。限制换来的是：每个操作都能做到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栈的抽象数据类型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顺序栈（教学版完整实现）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链式栈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表达式求值（后缀式）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中缀 → 后缀：调度场算法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栈与递归：运行栈实测、显式栈改写、背包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队列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队列的抽象数据类型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顺序队列：假溢出、循环队列、牺牲一格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链式队列：队尾指针与边界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深入讨论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顺序栈 vs 链式栈；双栈共享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顺序队列 vs 链式队列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限制存取点的表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ArrayStack 走一遍 push / top /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top() 返回 optional：有值才解引用，空栈不会崩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value = stack.top())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"栈顶是 " &lt;&lt; *value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"依次弹出:";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"\n空栈再弹?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(stack.pop() ? "有值" : "空")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栈顶是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依次弹出: 3 2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空栈再弹? 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24028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-Icode/ch03/array_stack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code/ch03/array_stack/demo.cpp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2926080"/>
            <a:ext cx="30632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017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310128"/>
            <a:ext cx="284378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：最后压入的 3 最先出来。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 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：不打印、不崩溃。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(auto v = stack.pop())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一行完成「判空 + 取值」。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ArrayQueue 走一遍 enqueue / dequeue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ArrayQueue&lt;int&gt; queue(3);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(!queue.enqueue(1) || !queue.enqueue(2)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!queue.enqueue(3))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"入队失败\n";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"逻辑容量 3 时再入队?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(queue.enqueue(4) ? "成功" : "已满")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"依次出队:";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queue.dequeue())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逻辑容量 3 时再入队? 已满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依次出队: 1 2 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2103120"/>
            <a:ext cx="3063240" cy="2560320"/>
          </a:xfrm>
          <a:prstGeom prst="roundRect">
            <a:avLst>
              <a:gd name="adj" fmla="val 28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60720" y="2194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33288" y="2487168"/>
            <a:ext cx="284378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 最先入队，也最先出队。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区分空与满：逻辑容量 3 实际申请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顺序队列容量固定：队满时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，而不是自动扩容。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 · 后进先出 LIFO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· 链式栈 · 表达式求值 · 栈与递归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栈：限定仅在一端插入和删除的线性表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47548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（stack）：插入和删除都只在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（top），另一端称为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（bottom）。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元素按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（LIFO, last in first out）的次序访问。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进和出都在栈顶，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栈底不动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47288"/>
            <a:ext cx="453542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一摞盘子：只能从最上面放、从最上面拿。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浏览器「后退」、编辑器 undo 序列。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函数调用：最后调用的函数最先返回。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105156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12" name="Image 0" descr="fig-3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293146"/>
            <a:ext cx="2834640" cy="271722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栈的示意图：进和出都在栈顶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描述的是「一组运算」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模板本身就承担了这层抽象：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提供哪些运算由接口决定，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不需要继承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。这一节要定下来的是这张表：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017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压到栈顶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弹出栈顶并把它带回来；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只看栈顶，不弹出；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栈里还有没有元素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栈里有几个元素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0" y="155448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645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61888" y="1938528"/>
            <a:ext cx="261518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：把「有没有值」搬进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取值前必须先判断：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取出；没值：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6118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8932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返回空盒子；参数非法、容量溢出才是错误 → 抛异常。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数组的哪一端当栈顶？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顺序栈：用一块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存储元素。第一个要做的设计决定——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第 0 个位置当栈顶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08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到这里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2880360"/>
            <a:ext cx="21945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28016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所有元素都要后移一位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都要把所有元素后移或前移一位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0916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AF4E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最后一个元素的位置当栈顶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74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36092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60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62940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= size-1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86600" y="20574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489204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新元素加在表尾、出栈也删表尾，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其他元素一个都不动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顺序栈一律选后者——「选对了就没有代价」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成员、构造与三法则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ArrayStack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容量不够时会自动翻倍，初值给多少都不影响正确性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ArrayStack(size_type initial_capacity = 8)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~ArrayStack() { delete[] data_; }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new[] 来的就 delete[] 回去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拷贝构造：必须自己写，否则两个栈共享同一块内存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ArrayStack(const ArrayStack&amp; other)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T[other.capacity_]),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capacity_(other.capacity_),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data_[i]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拷贝赋值：先备好新数组，再释放旧的，最后接管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ArrayStack&amp; operator=(const ArrayStack&amp;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return *this;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T[other.capacity_];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other.size_; ++i) fresh[i]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 capacity_ = other.capacity_;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9844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指向底层数组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capacity_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数组能放多少个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现有几个 = 下一个空位下标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为什么要自己写拷贝？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指针照抄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 → 两个栈指向同一块内存，各析构一次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 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 arrStack 正是漏了这个。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top 与翻倍扩容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入栈。满了就翻倍，所以不会有「栈满溢出」这回事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grow();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出栈并带回元素。空栈返回空 optional，不是错误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top() const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只看不弹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 size_ = 0; }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数组留着接着用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grow()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next = (capacity_ == 0) ? 1 : capacity_ *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T[next];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fresh[i] = 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先搬完再释放旧的，顺序反了就读到已释放内存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capacity_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grow() 的四步顺序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2984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527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T[2·cap]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8653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93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逐个复制旧元素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87168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66090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delete[] 旧数组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55080" y="3054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278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 = fresh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224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顺序写反会怎样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先释放再搬 = 读已经还回去的内存，ASan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1–2：空状态用 optional；资源类要守三法则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 pop / top 返回空 optional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把「有没有值」搬进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，取值前必须先判断。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空栈不是错误，是可预期的状态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返回空盒子，不抛异常。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真正的错误（参数非法、容量溢出）才抛异常。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29000"/>
            <a:ext cx="34655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use(*v);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空栈：正常分支 */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4592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自己写了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 / 拷贝构造 / 拷贝赋值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中的任意一个，通常三个都得写。你写析构是因为在管资源；在管资源，编译器「逐成员照抄」的拷贝就一定是错的。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83480" y="2971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971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A.data_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83480" y="3840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83480" y="38404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B.data_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1363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6217920" y="35935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400800" y="40690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浅拷贝：析构两次 → double free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3：翻倍扩容让 push 的摊还代价保持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每次把容量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 2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，而不是加 1。差别不是常数——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⋯ + n = O(n²)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个元素的总搬运次数（容量从 1 起翻倍）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摊还分析一句话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翻倍时总搬运 &lt; 2n，平摊到每次 push 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。每个元素在均摊意义下只被搬运常数次——偶尔一次 O(n) 的 grow 被之前大量 O(1) 的 push「预付」了。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4–5：new T[n] 的限制；容器里一个 cout 都没有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T[n] 会默认构造整块槽位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n 个槽位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必须能默认构造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——只有带参构造函数的类放不进这个栈。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工程版（modern.hpp）用未初始化内存 + 定位构造解决，并补齐移动语义、强异常保证。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566160"/>
            <a:ext cx="346557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Point(int, int); 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ArrayStack&lt;Point&gt; s;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编译错误：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 Point()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数据结构负责数据结构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报错交给调用方。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92040" y="210312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2103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12280" y="224942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22494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optional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288036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12280" y="302666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0266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抛异常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365760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0" y="3657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容器内部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2280" y="38039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链式栈：栈顶就是链表的第一个结点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3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22" y="1097280"/>
            <a:ext cx="6821557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69748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结点分散在堆上，压栈只是接一个新结点——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不需要连续空间，也没有「栈满」这回事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在链头插入、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删链头，两者都是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反过来把栈顶放在链尾？每次都得从头走到尾，退化成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代价：每个元素多一根指针（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结构性开销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，64 位机上 8 字节）。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806440" y="269748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788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刻意保持接口一致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08152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的接口形状与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ADT，换一种存储结构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，两者才好拿来对比。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构造函数没有参数：链式栈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不需要预设容量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clear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LinkedStack() : top_(nullptr), size_(0) {}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不需要预设容量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~LinkedStack() { clear();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造新结点，让它指向原栈顶，再让栈顶指向它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fresh;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摘下栈顶结点，取走值，再释放它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dying-&gt;value;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dying-&gt;next;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top_ == nullptr;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逐个释放结点。用循环，不要用递归！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(top_ != nullptr)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dying = top_; top_ = top_-&gt;next;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push(x) 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8745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top_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solidFill>
            <a:srgbClr val="CDEBD9"/>
          </a:solidFill>
          <a:ln w="1524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59168" y="1783080"/>
            <a:ext cx="0" cy="50292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13232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next = top_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flipV="1">
            <a:off x="6446520" y="1600200"/>
            <a:ext cx="365760" cy="3657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806440" y="2743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top_ = fresh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06440" y="301752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clear() 必须用循环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401568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链式结构最自然的写法是递归释放，但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深链会耗尽运行栈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。教学版测试压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再整体析构；换成递归释放，AddressSanitizer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stack-overflow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三法则同样适用：copy_from 保持「顶 → 底」次序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LinkedStack(const LinkedStack&amp; other) : top_(nullptr), size_(0)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LinkedStack&amp; operator=(const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从原栈的顶开始走，每次把新结点接到上一个新结点后面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copy_from(const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Node** tail = &amp;top_;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指向「下一个新结点该挂在哪」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(Node* source = other.top_; source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source = source-&gt;next)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source-&gt;value;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*tail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&amp;fresh-&gt;next;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tail 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344168"/>
            <a:ext cx="266090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指针变量本身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」：一开始是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，之后是上一个结点的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于是「挂第一个结点」和「挂后续结点」写法完全相同，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不用特判空链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，得到的栈次序会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颠倒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3520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原书缺陷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81304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lnkStack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有析构函数却没有拷贝构造和拷贝赋值——与顺序栈是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同一个错误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：两个栈共享结点，二次释放。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对着顺序栈看：三处差别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capacity，也没有 grow()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链式栈不需要连续空间，压多少个都不用扩容。顺序栈那一节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大半篇幅在讲扩容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，这里整段消失了。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每个元素多带一根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指针（64 位机 8 字节）；结点分散在堆上，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缓存局部性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不如连续数组。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用循环，不用递归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递归释放是最自然的写法，但深链会耗尽运行栈。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的测试专门为这条兜底。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栈的应用 &amp; 表达式的形式化定义（BNF）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，都可以用栈：网页访问历史、编辑器 undo、函数调用地址与参数保存、二叉树深度优先周游……表达式求值是编译器最基本的问题之一。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3619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&lt;表达式&gt;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53619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 + &lt;项&gt; | &lt;项&gt; - &lt;项&gt; | &lt;项&gt;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" y="2011680"/>
            <a:ext cx="5065776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01168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20116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| &lt;因子&gt; / &lt;因子&gt; | &lt;因子&gt;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86384" y="2487168"/>
            <a:ext cx="4736592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48716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901952" y="2487168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 | ( &lt;表达式&gt; 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0976" y="2962656"/>
            <a:ext cx="4407408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0704" y="296265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66544" y="296265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 | &lt;数字&gt; &lt;常数&gt;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15568" y="3438144"/>
            <a:ext cx="4078224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4381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231136" y="343814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| 1 | 2 | … | 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5544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三个符号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1965960"/>
            <a:ext cx="2468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读作「定义为」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读作「或者」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一个语法成分（分类标签）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层级越深，绑定越紧：括号 &gt; 乘除 &gt; 加减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59352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507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343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把算式拆成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表达式(加减) → 项(乘除) → 因子(括号和数字)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三个层级，机器在语法上自然实现「先算括号，再算乘除，最后算加减」。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实战拆解：计算机如何看懂 (1 + 2) *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24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1051560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10515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051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1、2 是 &lt;常数&gt; → &lt;因子&gt; → &lt;项&gt;；&lt;项&gt; + &lt;项&gt; 组成 &lt;表达式&gt;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28216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1655064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16550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65506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( &lt;表达式&gt; ) → 变成一个 &lt;因子&gt;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0120" y="2258568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22585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22585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&lt;常数&gt;，也是一个 &lt;因子&gt;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35224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" y="2862072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286207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 * 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28620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→ 一个 &lt;项&gt;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3465576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0120" y="3465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2834640" y="34655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&lt;项&gt; 本身就是合法的 &lt;表达式&gt; ✓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72200" y="1115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949440" y="14630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1463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196596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49440" y="1965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086600" y="2514600"/>
            <a:ext cx="54864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86600" y="2514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2668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44768" y="3063240"/>
            <a:ext cx="10515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44768" y="3063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 表达式 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726680" y="30632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26680" y="30632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63640" y="3611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60920" y="1755648"/>
            <a:ext cx="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>
            <a:off x="6675120" y="2258568"/>
            <a:ext cx="68580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60920" y="225856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2258568"/>
            <a:ext cx="77724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7512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3816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75120" y="335584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722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后面用栈求值，走的就是这套拆解逻辑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后缀（逆波兰）表达式：不要括号，不要优先级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+ (34 × 45) / (5 + 6 + 7)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⟶  后缀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34 45 * 5 6 + 7 + / +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4612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弹出两个，算完再压回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读到末尾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栈里剩下的唯一元素就是结果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为什么后缀式不需要括号？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3558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运算符出现的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就已经决定了运算次序：每个运算符作用于它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最近的两个「值」。优先级和括号的信息，在转换成后缀式时就被编码进顺序里了。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97180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8932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34290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中缀式给人看，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后缀式给栈算。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逐步求值：23 34 45 * 5 6 + 7 + / 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417320"/>
                <a:gridCol w="17373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待处理的后缀表达式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 → 顶）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进行的运算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23 34 45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× 45 = 1530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+ 6 = 11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23 1530 11 7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+ 7 = 18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23 85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1530 / 18 = 85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+ 85 = 108 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46520" y="932688"/>
            <a:ext cx="2240280" cy="370332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第 11 步是考点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316736"/>
            <a:ext cx="1965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先弹出的 18 是右操作数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，后弹出的 1530 才是左操作数。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减法和除法都不可交换，弹出次序写反：18 / 1530 ≈ 0.0118，结果就错。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evaluate_postfix：弹出次序写进代码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evaluate_postfix(std::string_view expression)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ArrayStack&lt;double&gt; operands;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pop_two = [&amp;operands](double&amp; left, double&amp; right)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(operands.size() &lt; 2)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std::invalid_argument("后缀表达式：操作数不足");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*operands.pop();          </a:t>
            </a:r>
            <a:r>
              <a:rPr lang="en-US" sz="10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先弹出的是右操作数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*operands.pop();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逐个记号：是数就压栈，是操作符就 pop_two 算完再 push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出错时怎么办？——调用方的错误，抛异常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673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67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std::invalid_argument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7673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表达式不合法：操作数不足、无法识别的记号、最后栈里不止一个值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245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245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std::domain_error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2245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除零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24588：后序表达式求值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evaluate_postfix(expression):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tokens = expression.split()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token in tokens: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token in '+-*/':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弹出栈顶的两个元素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token == '+':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+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'-':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-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'*':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*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/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stack.append(float(token))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操作数转浮点后入栈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stack[0]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栈顶元素就是结果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print(f"{evaluate_postfix(input()):.2f}")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cs101.openjudge.cn/practice/24588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操作数是整数或小数，运算符 + - * /。「a b c」的值是 (a) c (b)。每行输出保留 2 位小数。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4505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496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         → 8.40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/      → 1.40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* 3 +  → 53.40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3712464"/>
            <a:ext cx="2880360" cy="950976"/>
          </a:xfrm>
          <a:prstGeom prst="roundRect">
            <a:avLst>
              <a:gd name="adj" fmla="val 769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38039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09651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切分记号；先弹 right 后弹 left。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调度场算法（Shunting Yard, Dijkstra 1960s）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shun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7046"/>
            <a:ext cx="4023360" cy="304946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960120"/>
            <a:ext cx="37947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上面的求值器有个前提：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表达式已经是后缀式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。可人写出来的是中缀式——中间隔着一步转换。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栈最典型的应用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：括号和优先级造成的「先算什么」，全靠一把栈记住。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编译器把算术式变成机器指令，走的就是同一条路。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形象理解：数字直接开进「输出轨道」，运算符先停进「调度场」（运算符栈），等到优先级允许时再开出去。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五条规则：从左到右扫描中缀式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操作数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直接输出到后缀序列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(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反复弹出并输出，直到遇到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弹掉但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不输出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。没遇到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运算符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当「栈非空 且 栈顶不是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栈顶优先级不低于当前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」时反复弹出并输出；然后把当前运算符入栈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扫描结束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栈里剩下的依次弹出输出；若弹出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优先级约定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2，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1。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在栈里起「隔板」作用：第④条的循环碰到它就停。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逐步转换：23 + (34 * 45) / (5 + 6 + 7)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1737360"/>
                <a:gridCol w="301752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记号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运算符栈（底 → 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输出序列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栈空，入栈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*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+ 优先级低，入栈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 + </a:t>
                      </a: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不低于</a:t>
                      </a: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+，弹出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+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依次弹出 /、+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「不低于」三个字是承重的：左结合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1 - 2 - 3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，正确答案是左结合的 </a:t>
            </a: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栈顶优先级「不低于」当前 → 弹出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2 - 3 -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同优先级时先把前一个 − 弹出去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写成「高于」才弹出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3 - -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1 − (2 − 3) =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同优先级不弹，变成右结合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40690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(*top == '(' || precedence(*top) &lt; precedence(c))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栈顶优先级严格更低才停；相等也要弹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测试里有一条专门算这个数：把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它立刻变红。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infix_to_postfix：准备工作与规则 ② 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std::string infix_to_postfix(std::string_view expression)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precedence = [](char op) -&gt; int {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- 同级，* / 更高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(op == '*' || op == '/') ? 2 :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ArrayStack&lt;char&gt; operators;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emit = [&amp;output](std::string_view token)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(!output.empty()) output.push_back(' ');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记号之间一个空格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output.append(token);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expect_operand = true;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用来把 "-3" 的负号和二元减号区分开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expression.size())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c = expression[i];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 ' || c == '\t' || c == '\n') { ++i; continue;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'(')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(2) 入栈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')')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(3) 弹到左括号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matched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(op == '(') { matched = true; break;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(!matched) throw std::invalid_argument("右括号没有配对的左括号");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false;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三个小工具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16736"/>
            <a:ext cx="206654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：只有两级，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不参与比较，单独判断。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：往输出里追加一个记号，自动补空格。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：刚读完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或运算符时为真——此时的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38328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③ 的出错口径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7673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弹空了还没遇到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括号不匹配 →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infix_to_postfix：规则 ④ ① 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is_sign = (c == '-' || c == '+') &amp;&amp; expect_operand;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(!is_sign &amp;&amp; (c == '+' || c == '-' || c == '*' || c == '/')) {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(4)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(const char* top = 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(*top == '(' || precedence(*top) &lt; precedence(c))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break;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栈顶严格更低才停：「不低于」就弹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(1) 操作数。用和 evaluate_postfix 同一套解析，两者才好对拍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consumed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(void)std::stod(std::string(expression.substr(i)), &amp;consumed);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(const std::exception&amp;)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std::invalid_argument("无法识别的记号");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emit(expression.substr(i, consumed));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expect_operand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consumed;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(const char* top = operators.peek()) {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(5)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(*top == '(') throw std::invalid_argument("左括号没有配对的右括号");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(output.empty()) throw std::invalid_argument("空表达式");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④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返回指针：栈空时为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自然停下；看栈顶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6700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顺带告诉我们读了几个字符（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），整数、小数、负数一并处理。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639312"/>
            <a:ext cx="2286000" cy="1042416"/>
          </a:xfrm>
          <a:prstGeom prst="roundRect">
            <a:avLst>
              <a:gd name="adj" fmla="val 7018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730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0233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左括号多了，同样抛异常。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把两步接起来：这正是转换算法存在的理由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evaluate_infix(std::string_view expression)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evaluate_postfix(infix_to_postfix(expression));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+ (34*45) / (5+6+7)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157984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03704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infix_to_postfix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03704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39312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58768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04488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34 45 * 5 6 + 7 + / 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0096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59552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05272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操作数栈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040880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60336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06056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06056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设计细节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584448"/>
            <a:ext cx="80101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标志：期待操作数时遇到的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，否则是二元减号。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操作数用和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同一套解析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），两者才好对拍。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返回指针，看栈顶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口径互补。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与求值器一样：出错抛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不打印任何东西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24591：中序表达式转后序表达式（number buffer 技巧）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96112"/>
            <a:ext cx="5394960" cy="3813048"/>
          </a:xfrm>
          <a:prstGeom prst="roundRect">
            <a:avLst>
              <a:gd name="adj" fmla="val 191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41832"/>
            <a:ext cx="5248656" cy="3721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infix_to_postfix(expression):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precedence = {'+':1, '-':1, '*':2, '/':2}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postfix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char in expression: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char.isnumeric() or char == '.':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number += char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数字字符先攒在缓冲里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number: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遇到非数字：把攒好的数输出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char in '+-*/':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in '+-*/' and \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precedence[char] &lt;= precedence[stack[-1]]: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')':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!=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stack.pop()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number:        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别忘了最后一个数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 '.join(str(x) for x in postfix)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9875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21615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7+8.3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7 8.3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3+4.5*(7+2)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4.5 7 2 + *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(3)*((3+4)*(2+3.5)/(4+5))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3 4 + 2 3.5 + * 4 5 + / 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035040" y="26517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3035808"/>
            <a:ext cx="2432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输入里数和运算符之间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，要自己切分记号。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：同优先级也弹出（左结合）。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stack.pop()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丢掉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另一种切分：re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224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re.split(r'([\(\)\+\-\*\/])', s)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分组让分隔符也留在结果里，再滤掉空串。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递归为什么非要有栈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20624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被调函数的局部变量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不能静态地占一块固定单元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——每调用一次就得有一份，返回时随即释放。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「执行到调用时才分配」叫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动态分配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，需要内存里有一块足够大的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栈上一格一格压着的叫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 frame / 活动记录），至少包含：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返回地址、参数、局部变量、保存的寄存器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调用一次压一格，返回一次弹一格——所以又叫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（call stack）。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fig-3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597211"/>
            <a:ext cx="1691640" cy="183477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9204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运行时存储器：栈区放 LIFO 的函数调用；堆区放 new 出来的对象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81228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12" name="Image 1" descr="fig-3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78387"/>
            <a:ext cx="1691640" cy="187242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活动记录的内容：变量地址都是相对栈顶的相对地址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factorial(4)：递归深度 = 运行栈里的栈帧个数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3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41" y="1051560"/>
            <a:ext cx="5188479" cy="3520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035040" y="960120"/>
            <a:ext cx="2651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同一个函数可以在栈上同时有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很多活动记录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，每个代表一次不同的调用。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同一个局部变量在不同层次被分到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不同的存储空间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逐层调用依次压栈；(b) 到达出口后按压栈的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逐层弹出，把结果一层层交回去。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35204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584448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每深一层就多一格活动记录。深度一旦超过栈区大小，程序不是「变慢」，而是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直接崩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运行栈有多大：三个档位，三种结果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同一份递归源码（每层做一次加法后返回），Linux · gcc 13.3 ·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MB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，逐档加深度：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-O0（不优化）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-O1 + ASan/UBSan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?!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1417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722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改成显式栈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万层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三个档位全部通过。数据压进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，也就是放到</a:t>
            </a:r>
            <a:r>
              <a:rPr lang="en-US" sz="110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堆上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万层三档都过；50 万层 -O0 和 -O1 崩——栈帧大小 × 深度 超过了 8 MB。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在 100 万层居然通过——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不是因为它栈更大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。下一页揭晓。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为什么不崩：编译器把递归消掉了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-O0: recursive_sum 函数体内调用自己的次数 =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-O2: recursive_sum 函数体内调用自己的次数 = 0     // 已经变成一个循环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查汇编可以确认：-O2 做了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 / 递归转循环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，运行栈深度恒为 1。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「用 -O2 就安全」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不是标准保证的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：换个编译器、换个写法就没了。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评测机用什么优化档、什么编译器版本——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这两件事你都控制不了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改写成显式栈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892040" y="3474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74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吃运行栈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上限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40050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0050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05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吃堆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0050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只受内存限制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阶乘的三个版本：递归 / 迭代 / 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【算法3.6】递归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76272" y="96012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factorial_recursive(long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0) throw std::invalid_argument(...);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&gt; kMaxFactorialInput)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20! 是上限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std::overflow_error(...);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&lt;= 1) return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factorial_recursive(n - 1);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【算法3.8】迭代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103120" y="201168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76272" y="205740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factorial_iterative(long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2; i &lt;= n; ++i)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i;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【算法3.9】显式栈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03120" y="31089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76272" y="3154680"/>
            <a:ext cx="40599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factorial_with_explicit_stack(long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ArrayStack&lt;factorial_type&gt; pending;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n; i &gt; 1; --i)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pending.push(i);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按递归规则压栈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递归出口的返回值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top = pending.pop())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*top;      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出栈即「递归返回」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92240" y="914400"/>
            <a:ext cx="21945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差别不在快慢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1298448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显式栈版其实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。它存在的意义是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演示编译系统处理递归的机制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：遇到递归规则就压栈，遇到递归出口就出栈返回。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2926080"/>
            <a:ext cx="21945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差别在数据放在哪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310128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递归版：返回地址与局部变量在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上，受进程栈上限约束。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显式栈版：待处理数据在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上，只受内存约束。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两道检查是原书没有的：负数是定义域错误，溢出是真错误。原书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&lt;= 0) return 1;</a:t>
            </a: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把负数静默当 0。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两条递归规则的例子：子集和判定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能否从若干物品中选出一部分，使重量之和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等于背包承重 s？ 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：只考虑前 n 件物品。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72184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721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== 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有解（什么都不再选）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391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&lt; 0 或 n == 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19842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无解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60604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5511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选第 n-1 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5511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 − w[n−1], n−1)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1181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不选第 n-1 件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834640" y="31181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n−1)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794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对比阶乘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递归规则，改写成循环几乎是显然的。背包有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：规则 1 失败后要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再试规则 2——这就需要记住「回来之后该走哪一步」。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141732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28032" y="1463040"/>
            <a:ext cx="37856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knapsack_recursive(capacity: int,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weights: list[int]) -&gt; list[int] | None: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"""算法3.10：两条递归规则，返回选中物品的下标。"""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chosen: list[int]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solve(remaining: int, count: int) -&gt; bool: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&lt; 0 or count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solve(remaining - weights[count - 1], count - 1):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chosen.append(count - 1)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1：选它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solve(remaining, count - 1)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2：不选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solve(capacity, len(weights)) else None</a:t>
            </a:r>
            <a:endParaRPr lang="en-US" sz="79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机械改写：把「返回地址」写成栈帧里的 stage 字段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原书的显式栈每帧保存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；返回地址是关键——它记的是「这一层算完之后该回到哪一步继续」，正是编译器替你做的那件事。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参数：剩余承重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参数：可选物品数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 → stage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474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一个栈帧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goto 标签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 stage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递归调用入口：判出口，否则按规则 1 展开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1（选第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2（不选第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108960" y="3566160"/>
            <a:ext cx="557784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246120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goto？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95020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跳进跳出会让编译器无法保证局部对象的构造与析构配对——在有 RAII 的 C++ 里不能这么写。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字段与标签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语义完全对应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7490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提到栈外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1330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child_result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充当 CPU 的「返回值寄存器」（如 RAX）。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【算法3.11】显式栈驱动（Python 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knapsack_with_explicit_stack(capacity, weights):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enter, after_rule1, after_rule2 = range(3)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模拟「返回地址」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[(capacity, len(weights), enter)]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 = (remaining, count, stage)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child_result = False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模拟「返回值寄存器」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remaining, count, stage = stack.pop()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恢复该层全部局部变量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stage == enter: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remaining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True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remaining &lt; 0 or count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False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after_rule1))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保存断点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 - weights[count - 1], count - 1, enter))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子调用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stage == after_rule1: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child_result: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chosen.append(count - 1)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 成功：选中它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       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失败：回溯，改用规则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after_rule2))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 - 1, enter))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after_rule2：结果已在 child_result 里，原样上传，无需代码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child_result else None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675120" y="932688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每次「调用」压两帧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16736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：自己带着下一步的 stage；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：stage = enter。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子调用先出栈执行；结束后弹出的正是断点——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LIFO 恰好还原了调用/返回的次序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657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50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Stage { Enter, AfterRule1, AfterRule2 };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Frame { int s; size_t n; Stage stage; };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【算法3.12】优化：让每层要记的东西更少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栈帧：4 个域  →  2 个域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1188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945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30428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 k 提到栈外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一旦某层为 true 就逐层上传且不再变化 → 一个函数级变量即可。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3872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n 由栈深推出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每递归一层 n 减 1、栈深加 1，所以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n₀ − 栈深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。只需维护一个 depth 计数器。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= [(capacity, enter)]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帧只剩两个域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len(weights)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depth 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stack: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remaining, stage = stack.pop()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depth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 = size - depth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由栈深推出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stage == enter: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stack.append((remaining, after_rule1))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 - weights[count-1],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enter))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depth += 2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压了两帧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elif stage == after_rule1: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46320" y="36576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这才是真正的「优化」：不是跑得更快，而是想清楚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每一层到底需要记住什么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——这正是编译器替你想过的问题。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Queue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一端进、另一端出 · 先进先出 FIFO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· 假溢出 · 循环队列 · 链式队列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队列：一端插入，另一端删除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dequeue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27632" y="1463040"/>
            <a:ext cx="18288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681728" y="1463040"/>
            <a:ext cx="18288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892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enqueue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 front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 rear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48840"/>
            <a:ext cx="56692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（front），删除叫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（rear），插入叫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按到达顺序释放元素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售票窗口前排队买票，就是日常版的队列。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005840"/>
          <a:ext cx="2377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变为空队列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enqueue(item)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插入队尾，成功返回真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返回并删除队头（optional）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返回队头不删除（optional）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队列已空则返回真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06A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仅顺序实现才有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309360" y="3840480"/>
            <a:ext cx="23774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根据应用需要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适当增删运算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：链式队列不需要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full()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为什么两头都不能固定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两头都要动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：入队动队尾，出队动队头。沿用顺序表的实现方法会怎样？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入队要把所有元素后移一位 O(n)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1071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n−1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1071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出队要移动剩余 n−1 个元素 O(n)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两头都别固定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O(1)：front、rear 都往后走，元素一个都不搬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新问题：队列整体向数组尾部「漂移」——假溢出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99616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75104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31136" y="39136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88336" y="411480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931920" y="4297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到末尾 →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数组前端还空着一大片，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却已到末尾，入队报满。解决：把数组在逻辑上看成一个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循环队列：下标 0 是下标 mSize−1 的直接后继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3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4862"/>
            <a:ext cx="7863840" cy="19307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初始队列里有 12、17、8、20 四个元素；(b) 两次出队、三次入队之后。入队增加 rear，出队增加 front，两者都在环上顺时针走。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x 的后继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+ 1) % mSize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70916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886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取模不能漏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17880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(rear_ + 1) % slots_;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走到末尾就绕回 0。少了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，下标越界写出数组。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绕回之后的麻烦：front == rear 既可能空、也可能满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抽屉原理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个位置的数组，队列有「空、1 个、…、n 个」共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种状态；固定 front 后 rear 只有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种取值——必有两种状态撞在一起。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空：front == rear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front=0  rear=0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5896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14223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满：(rear+1)%4 == front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front=0  rear=3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08192" y="1600200"/>
            <a:ext cx="25054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empty()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front_ == rear_;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 再走一格就撞上 front：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那一格就是被牺牲掉的槽位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full()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+ 1) % slots_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== front_;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54456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数组开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格却只装 n 个元素：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slots_ = 容量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。这就是「逻辑容量 3 时第 4 个入不进去」的原因。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enqueue / dequeue / size，以及一次绕回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2062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0599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ArrayQueue(size_type capacity)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slots_(capacity + 1), data_(new T[capacity + 1]),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front_(0), rear_(0)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(full()) return false;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容量固定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data_[rear_]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rear_ = (rear_ + 1) % slots_;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取模绕回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data_[front_];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(front_ + 1) % slots_;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&gt;= front_) ? (rear_ - front_)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: (slots_ - front_ + rear_);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front_: 队头元素的下标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rear_ : 下一个入队元素要写的下标</a:t>
            </a:r>
            <a:endParaRPr lang="en-US" sz="84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932688"/>
          <a:ext cx="3840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457200"/>
                <a:gridCol w="4572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操作（容量 3, slots 4）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data[0..3]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rear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enqueue(1)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enqueue(2)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enqueue(3)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4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full()?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(0+1)%4 == 1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×3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2 3 4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84632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从 3 绕回 0；此时 front=1、rear=0，size = 4 − 1 + 0 = 3。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链式队列：front 指队首，rear 指队尾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71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417320" y="1207008"/>
            <a:ext cx="0" cy="25603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2628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1207008"/>
            <a:ext cx="0" cy="25603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5720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出队：删最前面的结点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入队：接到尾部、改 rear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377440"/>
            <a:ext cx="56692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链表的简化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：链接方向从队首指向队尾。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没有「队满」这回事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——「根据应用增删运算」的具体例子。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队尾指针是必需的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：没有它，每次入队都得从队头走到尾，O(n)；有了它，入队出队都是 O(1)。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0" y="914400"/>
            <a:ext cx="2377440" cy="37490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不设表头虚结点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1298448"/>
            <a:ext cx="215798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为减少访问队首的代价，这种实现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没有专用表头虚结点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。代价是两个边界要单独处理：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插入到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：front、rear 都指向新结点；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出队后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：rear 也要置空。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最容易漏的一行：出队摘空时 rear 必须置空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入队：新结点接到队尾。原来是空队列的话，它同时也是队头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(rear_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rear_ = fresh;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①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rear_-&gt;next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出队：摘下队头结点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front_;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dying-&gt;next;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nullptr;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②：否则 rear 成野指针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漏掉边界 ② 会发生什么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23560" y="13716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23560" y="1371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 = null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23760" y="137160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2376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43800" y="1645920"/>
            <a:ext cx="0" cy="27432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solidFill>
            <a:srgbClr val="EEEEEE"/>
          </a:solidFill>
          <a:ln w="12700">
            <a:solidFill>
              <a:srgbClr val="C0392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!= 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，执行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rear_-&gt;next = fresh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（use-after-free）。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34747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2356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同样用循环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8587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结点，最后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nullptr; size_ = 0;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——长队列的递归析构会把运行栈撑爆。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栈与队列的深入讨论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两种存储的取舍 · 双栈共享 · 限制存取点的表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栈和队列都用在哪里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 LIFO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函数调用与递归实现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深度优先周游（DFS）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表达式转换与求值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快速排序的非递归版本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网页历史、undo 序列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 FIFO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数据缓冲器：硬件设备间通信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操作系统资源管理：内存、打印机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广度优先搜索（BFS）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的主要中间数据结构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按优先级组织 →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只要满足「先来先服务」即可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vs 链式栈：时间难分伯仲，空间各有代价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push / pop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O(1)（push 摊还）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需说明固定长度；栈不满时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浪费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一些空间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长度按需增减；每个元素一个指针域——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结构性开销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需扩容（翻倍）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没有这回事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按与栈顶的相对位置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快速定位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沿指针链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连续数组，好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结点分散在堆上，差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正因为「访问内部元素」这一条，</a:t>
            </a: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顺序栈在实际中更常用一些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多栈管理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一个数组存两个栈：从两端迎面延伸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3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38949"/>
            <a:ext cx="7498080" cy="1471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937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编译系统等系统软件往往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同时管理多个栈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利用顺序栈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单向延伸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的特性：数组两端分别是两个栈的栈底，向中间生长。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栈满条件：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top1 + 1 == top2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——中间余量用完才算满。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577840" y="29260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017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什么时候划算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1012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两个栈的空间需求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恰好相反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（一个涨、另一个缩）时很省空间；两个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，中间那点余量很快就没了。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vs 链式队列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顺序队列（循环）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enqueue / dequeue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存储空间固定；无法应对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规模变化大且最大规模不可预测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轻松应对规模变化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简单，适合需要访问队列内部元素的应用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牺牲一格 + 未用空间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每结点一个指针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一个数组放两个？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——除非总有数据项从一个队列转入另一个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工程提示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如果能预测「浪涌」的统计特性，就可以大致估算出缓冲队列的长度，用顺序队列。时间效率上两者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没有优劣之分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限制存取点的表：栈和队列的变种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 deque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插入和删除都限制在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。栈和队列都是它的特例。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3736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8483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977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005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8016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005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7296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61188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1188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双栈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两个底部相连的栈：从 end1 插入的只能从 end1 删除。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679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8426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173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25780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780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2492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863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42492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7863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684264" y="1965960"/>
            <a:ext cx="0" cy="475488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超队列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只在一端，插入可在两端（删除受限）。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73736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8483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3230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8016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05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28016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48" name="Text 46"/>
          <p:cNvSpPr txBox="1"/>
          <p:nvPr/>
        </p:nvSpPr>
        <p:spPr>
          <a:xfrm>
            <a:off x="1005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7296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50" name="Text 48"/>
          <p:cNvSpPr txBox="1"/>
          <p:nvPr/>
        </p:nvSpPr>
        <p:spPr>
          <a:xfrm>
            <a:off x="361188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0916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9204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超栈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8920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只在一端，删除可在两端（插入受限）。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98932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3679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8426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3173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3212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25780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53212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61" name="Text 59"/>
          <p:cNvSpPr txBox="1"/>
          <p:nvPr/>
        </p:nvSpPr>
        <p:spPr>
          <a:xfrm>
            <a:off x="525780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424928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863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标准库有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std::deque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std::stack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默认都由它实现——但那是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使用者的视角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。本章手写，是因为「存储怎么落、边界怎么守」本身就是教学内容。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 1…n 依次进栈，给定出栈次序，能不能得到？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不需要搜索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。拿栈模拟一遍，每一步都没有选择余地——看下一辆要开出的车：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411480" cy="4114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正在栈顶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。再压进一辆，它就被盖住了。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还没进栈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只能把后面的车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一辆辆压进去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，直到它到达栈顶。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944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已在栈里、却不在栈顶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834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它上面压着别的车，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这个次序不可能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11880"/>
            <a:ext cx="53035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种不必单独判断：车全部进过栈了还等不到它，就是它。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2743200" cy="329184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例：3, 1,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258568"/>
            <a:ext cx="365760" cy="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360920" y="2148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开出 ✓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624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栈顶变成 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被压住 ✗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0" y="35661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要先开出 → 1、2 必须都已进栈，且 2 压在 1 上面；3 开走后栈顶是 2，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出不来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对照：2, 1, 3 可行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Push Pop Pop Push Pop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stack_operations_for：O(n) 判定 &amp; Catalan 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StackOp { Push, Pop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std::optional&lt;std::vector&lt;StackOp&gt;&gt;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stack_operations_for(const std::vector&lt;int&gt;&amp;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n = static_cast&lt;int&gt;(pop_order.size());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std::vector&lt;StackOp&gt;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next_car = 1;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下一辆等着进栈的车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wanted :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(stack.empty() || *stack.peek() != wanted)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(next_car &gt; n)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车都进过栈了：它被压在下面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stack.push(next_car);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++next_car;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ops.push_back(StackOp::Push);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(void)stack.pop();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ops.push_back(StackOp::Pop);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47548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「次序不可能」是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可预期结果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而不是抛异常——与空栈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口径一致。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每辆车至多进栈、出栈各一次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。重复、缺号、越界的编号同样返回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394960" y="932688"/>
          <a:ext cx="32918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321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  Cₙ = (2n)! / ((n+1)! · n!)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测试对 n = 1…7 穷举全部 5913 个排列逐个核对。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限制换 O(1)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限制了存取点的线性表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，限制换来的是每个操作 O(1)。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顺序实现省空间、能随机访问内部元素；链式实现不会满，但有指针开销。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用取模把数组看成环，解决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假溢出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牺牲一格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运行栈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深度受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限制；可靠的深递归写法只有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。-O2 把递归消成循环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不能依赖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；调用方的错误抛异常；容器内部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第三章 栈与队列</dc:title>
  <dc:subject>PptxGenJS Presentation</dc:subject>
  <dc:creator>Hongfei Yan</dc:creator>
  <cp:lastModifiedBy>Hongfei Yan</cp:lastModifiedBy>
  <cp:revision>1</cp:revision>
  <dcterms:created xsi:type="dcterms:W3CDTF">2026-09-22T15:07:51Z</dcterms:created>
  <dcterms:modified xsi:type="dcterms:W3CDTF">2026-09-22T15:07:51Z</dcterms:modified>
</cp:coreProperties>
</file>